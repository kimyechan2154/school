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2" r:id="rId2"/>
    <p:sldId id="272" r:id="rId3"/>
    <p:sldId id="313" r:id="rId4"/>
    <p:sldId id="303" r:id="rId5"/>
    <p:sldId id="316" r:id="rId6"/>
    <p:sldId id="315" r:id="rId7"/>
    <p:sldId id="308" r:id="rId8"/>
    <p:sldId id="314" r:id="rId9"/>
    <p:sldId id="318" r:id="rId10"/>
    <p:sldId id="317" r:id="rId11"/>
    <p:sldId id="319" r:id="rId12"/>
    <p:sldId id="271" r:id="rId13"/>
  </p:sldIdLst>
  <p:sldSz cx="10691813" cy="7559675"/>
  <p:notesSz cx="6858000" cy="9144000"/>
  <p:embeddedFontLst>
    <p:embeddedFont>
      <p:font typeface="DX경필고딕B" panose="02020600000000000000" pitchFamily="18" charset="-127"/>
      <p:regular r:id="rId16"/>
    </p:embeddedFont>
    <p:embeddedFont>
      <p:font typeface="Eras Medium ITC" panose="020B0602030504020804" pitchFamily="34" charset="0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FF88E-0CAE-4BEB-A731-0F8D8F81AC10}" v="30" dt="2026-02-07T13:37:19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sldOrd addMainMaster delMainMaster modMainMaster">
      <pc:chgData name="김 예찬" userId="17716309b4b9d749" providerId="LiveId" clId="{2E328DF6-B3B2-421F-BB8E-B56430A9223B}" dt="2026-02-07T13:44:16.133" v="1456"/>
      <pc:docMkLst>
        <pc:docMk/>
      </pc:docMkLst>
      <pc:sldChg chg="modSp mod modTransition">
        <pc:chgData name="김 예찬" userId="17716309b4b9d749" providerId="LiveId" clId="{2E328DF6-B3B2-421F-BB8E-B56430A9223B}" dt="2026-02-06T12:53:27.322" v="375" actId="20577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2-01T05:44:58.845" v="81" actId="2711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2-06T12:53:27.322" v="375" actId="20577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2-06T12:51:30.075" v="366" actId="21"/>
        <pc:sldMkLst>
          <pc:docMk/>
          <pc:sldMk cId="349536715" sldId="272"/>
        </pc:sldMkLst>
        <pc:spChg chg="del mod">
          <ac:chgData name="김 예찬" userId="17716309b4b9d749" providerId="LiveId" clId="{2E328DF6-B3B2-421F-BB8E-B56430A9223B}" dt="2026-02-06T12:51:30.075" v="366" actId="21"/>
          <ac:spMkLst>
            <pc:docMk/>
            <pc:sldMk cId="349536715" sldId="272"/>
            <ac:spMk id="2" creationId="{5008C4B9-0682-4734-A7F8-6FF541D2AEF7}"/>
          </ac:spMkLst>
        </pc:spChg>
      </pc:sldChg>
      <pc:sldChg chg="addSp delSp modSp mod ord">
        <pc:chgData name="김 예찬" userId="17716309b4b9d749" providerId="LiveId" clId="{2E328DF6-B3B2-421F-BB8E-B56430A9223B}" dt="2026-02-06T13:56:36.036" v="726" actId="1076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2-06T13:02:18.115" v="556" actId="20577"/>
          <ac:spMkLst>
            <pc:docMk/>
            <pc:sldMk cId="3288047407" sldId="303"/>
            <ac:spMk id="2" creationId="{DB8C645F-57D8-48C1-8DF8-8AA0E5AF4341}"/>
          </ac:spMkLst>
        </pc:spChg>
        <pc:spChg chg="add del mod">
          <ac:chgData name="김 예찬" userId="17716309b4b9d749" providerId="LiveId" clId="{2E328DF6-B3B2-421F-BB8E-B56430A9223B}" dt="2026-02-06T13:53:16.134" v="602" actId="20577"/>
          <ac:spMkLst>
            <pc:docMk/>
            <pc:sldMk cId="3288047407" sldId="303"/>
            <ac:spMk id="4" creationId="{DE888A42-7793-0BE8-E53B-0965391BC2DC}"/>
          </ac:spMkLst>
        </pc:spChg>
        <pc:spChg chg="mod">
          <ac:chgData name="김 예찬" userId="17716309b4b9d749" providerId="LiveId" clId="{2E328DF6-B3B2-421F-BB8E-B56430A9223B}" dt="2026-02-06T13:56:28.683" v="724"/>
          <ac:spMkLst>
            <pc:docMk/>
            <pc:sldMk cId="3288047407" sldId="303"/>
            <ac:spMk id="5" creationId="{7E59C884-BF1F-6612-6F62-78EEDC728E98}"/>
          </ac:spMkLst>
        </pc:spChg>
        <pc:spChg chg="add del">
          <ac:chgData name="김 예찬" userId="17716309b4b9d749" providerId="LiveId" clId="{2E328DF6-B3B2-421F-BB8E-B56430A9223B}" dt="2026-02-06T13:01:38.373" v="533" actId="22"/>
          <ac:spMkLst>
            <pc:docMk/>
            <pc:sldMk cId="3288047407" sldId="303"/>
            <ac:spMk id="7" creationId="{51DEC2FF-725E-6D37-591D-8664B2939185}"/>
          </ac:spMkLst>
        </pc:spChg>
        <pc:spChg chg="del">
          <ac:chgData name="김 예찬" userId="17716309b4b9d749" providerId="LiveId" clId="{2E328DF6-B3B2-421F-BB8E-B56430A9223B}" dt="2026-02-06T13:53:22.453" v="604" actId="478"/>
          <ac:spMkLst>
            <pc:docMk/>
            <pc:sldMk cId="3288047407" sldId="303"/>
            <ac:spMk id="9" creationId="{9723089F-6732-2622-ABB5-326D8CAE2428}"/>
          </ac:spMkLst>
        </pc:spChg>
        <pc:spChg chg="del mod">
          <ac:chgData name="김 예찬" userId="17716309b4b9d749" providerId="LiveId" clId="{2E328DF6-B3B2-421F-BB8E-B56430A9223B}" dt="2026-02-06T13:55:01.027" v="607" actId="21"/>
          <ac:spMkLst>
            <pc:docMk/>
            <pc:sldMk cId="3288047407" sldId="303"/>
            <ac:spMk id="11" creationId="{2C582D61-672F-001F-9037-9E7F40E11C16}"/>
          </ac:spMkLst>
        </pc:spChg>
        <pc:picChg chg="add del mod">
          <ac:chgData name="김 예찬" userId="17716309b4b9d749" providerId="LiveId" clId="{2E328DF6-B3B2-421F-BB8E-B56430A9223B}" dt="2026-02-06T13:53:19.978" v="603" actId="478"/>
          <ac:picMkLst>
            <pc:docMk/>
            <pc:sldMk cId="3288047407" sldId="303"/>
            <ac:picMk id="3" creationId="{0B6CAE76-66E0-CEF7-8ED3-C23A127A7E7A}"/>
          </ac:picMkLst>
        </pc:picChg>
        <pc:picChg chg="del">
          <ac:chgData name="김 예찬" userId="17716309b4b9d749" providerId="LiveId" clId="{2E328DF6-B3B2-421F-BB8E-B56430A9223B}" dt="2026-02-06T12:50:50.450" v="360" actId="21"/>
          <ac:picMkLst>
            <pc:docMk/>
            <pc:sldMk cId="3288047407" sldId="303"/>
            <ac:picMk id="8" creationId="{2CA0A1E0-F29F-D175-F8A5-8756E6ACBAEA}"/>
          </ac:picMkLst>
        </pc:picChg>
        <pc:picChg chg="add mod">
          <ac:chgData name="김 예찬" userId="17716309b4b9d749" providerId="LiveId" clId="{2E328DF6-B3B2-421F-BB8E-B56430A9223B}" dt="2026-02-06T13:56:36.036" v="726" actId="1076"/>
          <ac:picMkLst>
            <pc:docMk/>
            <pc:sldMk cId="3288047407" sldId="303"/>
            <ac:picMk id="12" creationId="{D9328256-8022-AFB6-04BE-CE9983B90330}"/>
          </ac:picMkLst>
        </pc:picChg>
      </pc:sldChg>
      <pc:sldChg chg="addSp delSp modSp del mod">
        <pc:chgData name="김 예찬" userId="17716309b4b9d749" providerId="LiveId" clId="{2E328DF6-B3B2-421F-BB8E-B56430A9223B}" dt="2026-02-07T13:22:07.462" v="1099" actId="47"/>
        <pc:sldMkLst>
          <pc:docMk/>
          <pc:sldMk cId="269130095" sldId="307"/>
        </pc:sldMkLst>
        <pc:spChg chg="mod">
          <ac:chgData name="김 예찬" userId="17716309b4b9d749" providerId="LiveId" clId="{2E328DF6-B3B2-421F-BB8E-B56430A9223B}" dt="2026-02-06T13:03:36.174" v="574"/>
          <ac:spMkLst>
            <pc:docMk/>
            <pc:sldMk cId="269130095" sldId="307"/>
            <ac:spMk id="2" creationId="{6C4FAB68-103F-C921-E503-1F7D737DBD8D}"/>
          </ac:spMkLst>
        </pc:spChg>
        <pc:spChg chg="del">
          <ac:chgData name="김 예찬" userId="17716309b4b9d749" providerId="LiveId" clId="{2E328DF6-B3B2-421F-BB8E-B56430A9223B}" dt="2026-02-06T14:02:51.851" v="847" actId="21"/>
          <ac:spMkLst>
            <pc:docMk/>
            <pc:sldMk cId="269130095" sldId="307"/>
            <ac:spMk id="6" creationId="{42F7A373-6D33-6FA2-B7D8-9394FB96B79F}"/>
          </ac:spMkLst>
        </pc:spChg>
        <pc:spChg chg="del">
          <ac:chgData name="김 예찬" userId="17716309b4b9d749" providerId="LiveId" clId="{2E328DF6-B3B2-421F-BB8E-B56430A9223B}" dt="2026-02-06T14:02:39.773" v="846" actId="21"/>
          <ac:spMkLst>
            <pc:docMk/>
            <pc:sldMk cId="269130095" sldId="307"/>
            <ac:spMk id="8" creationId="{679DB4C7-28F9-EC22-46BD-883C71485C68}"/>
          </ac:spMkLst>
        </pc:spChg>
        <pc:picChg chg="add mod">
          <ac:chgData name="김 예찬" userId="17716309b4b9d749" providerId="LiveId" clId="{2E328DF6-B3B2-421F-BB8E-B56430A9223B}" dt="2026-02-06T14:03:44.684" v="852" actId="1076"/>
          <ac:picMkLst>
            <pc:docMk/>
            <pc:sldMk cId="269130095" sldId="307"/>
            <ac:picMk id="5" creationId="{D96549CB-5881-5555-FDCF-8636D24EEF17}"/>
          </ac:picMkLst>
        </pc:picChg>
        <pc:picChg chg="add del">
          <ac:chgData name="김 예찬" userId="17716309b4b9d749" providerId="LiveId" clId="{2E328DF6-B3B2-421F-BB8E-B56430A9223B}" dt="2026-02-06T14:03:02.313" v="848" actId="21"/>
          <ac:picMkLst>
            <pc:docMk/>
            <pc:sldMk cId="269130095" sldId="307"/>
            <ac:picMk id="7" creationId="{4E9CD7E1-21CC-9BA2-C4C7-6FE1294D159B}"/>
          </ac:picMkLst>
        </pc:picChg>
        <pc:picChg chg="del mod">
          <ac:chgData name="김 예찬" userId="17716309b4b9d749" providerId="LiveId" clId="{2E328DF6-B3B2-421F-BB8E-B56430A9223B}" dt="2026-02-06T14:02:29.650" v="841" actId="478"/>
          <ac:picMkLst>
            <pc:docMk/>
            <pc:sldMk cId="269130095" sldId="307"/>
            <ac:picMk id="10" creationId="{83CBBB7B-F6AC-10E0-BBC7-CE05DC57A266}"/>
          </ac:picMkLst>
        </pc:picChg>
      </pc:sldChg>
      <pc:sldChg chg="addSp delSp modSp mod">
        <pc:chgData name="김 예찬" userId="17716309b4b9d749" providerId="LiveId" clId="{2E328DF6-B3B2-421F-BB8E-B56430A9223B}" dt="2026-02-07T13:21:21.064" v="1091" actId="20577"/>
        <pc:sldMkLst>
          <pc:docMk/>
          <pc:sldMk cId="3029298294" sldId="308"/>
        </pc:sldMkLst>
        <pc:spChg chg="mod">
          <ac:chgData name="김 예찬" userId="17716309b4b9d749" providerId="LiveId" clId="{2E328DF6-B3B2-421F-BB8E-B56430A9223B}" dt="2026-02-06T13:03:03.148" v="568" actId="20577"/>
          <ac:spMkLst>
            <pc:docMk/>
            <pc:sldMk cId="3029298294" sldId="308"/>
            <ac:spMk id="2" creationId="{DB929F63-DB58-A0EB-16FF-6FA25368B17C}"/>
          </ac:spMkLst>
        </pc:spChg>
        <pc:spChg chg="mod">
          <ac:chgData name="김 예찬" userId="17716309b4b9d749" providerId="LiveId" clId="{2E328DF6-B3B2-421F-BB8E-B56430A9223B}" dt="2026-02-07T13:20:52.853" v="988" actId="20577"/>
          <ac:spMkLst>
            <pc:docMk/>
            <pc:sldMk cId="3029298294" sldId="308"/>
            <ac:spMk id="4" creationId="{9683FC8A-AC5B-4CB9-F4C5-8A98CDC9353E}"/>
          </ac:spMkLst>
        </pc:spChg>
        <pc:spChg chg="mod">
          <ac:chgData name="김 예찬" userId="17716309b4b9d749" providerId="LiveId" clId="{2E328DF6-B3B2-421F-BB8E-B56430A9223B}" dt="2026-02-07T13:21:21.064" v="1091" actId="20577"/>
          <ac:spMkLst>
            <pc:docMk/>
            <pc:sldMk cId="3029298294" sldId="308"/>
            <ac:spMk id="5" creationId="{47164BAE-A83B-5D6F-1BE9-26F79A43523B}"/>
          </ac:spMkLst>
        </pc:spChg>
        <pc:picChg chg="add mod">
          <ac:chgData name="김 예찬" userId="17716309b4b9d749" providerId="LiveId" clId="{2E328DF6-B3B2-421F-BB8E-B56430A9223B}" dt="2026-02-06T14:02:01.591" v="840" actId="1076"/>
          <ac:picMkLst>
            <pc:docMk/>
            <pc:sldMk cId="3029298294" sldId="308"/>
            <ac:picMk id="6" creationId="{F40A25E7-D938-B969-F3BC-DF48F1284027}"/>
          </ac:picMkLst>
        </pc:picChg>
        <pc:picChg chg="del">
          <ac:chgData name="김 예찬" userId="17716309b4b9d749" providerId="LiveId" clId="{2E328DF6-B3B2-421F-BB8E-B56430A9223B}" dt="2026-02-06T14:01:29.791" v="821" actId="478"/>
          <ac:picMkLst>
            <pc:docMk/>
            <pc:sldMk cId="3029298294" sldId="308"/>
            <ac:picMk id="7" creationId="{511BEDE7-B465-2EC1-CF71-BA9506D21257}"/>
          </ac:picMkLst>
        </pc:picChg>
        <pc:picChg chg="add mod">
          <ac:chgData name="김 예찬" userId="17716309b4b9d749" providerId="LiveId" clId="{2E328DF6-B3B2-421F-BB8E-B56430A9223B}" dt="2026-02-06T14:02:00.236" v="839" actId="1076"/>
          <ac:picMkLst>
            <pc:docMk/>
            <pc:sldMk cId="3029298294" sldId="308"/>
            <ac:picMk id="9" creationId="{473EE2AF-E2FA-5072-1F8A-2348E7650C16}"/>
          </ac:picMkLst>
        </pc:picChg>
        <pc:picChg chg="add mod">
          <ac:chgData name="김 예찬" userId="17716309b4b9d749" providerId="LiveId" clId="{2E328DF6-B3B2-421F-BB8E-B56430A9223B}" dt="2026-02-06T14:01:53.149" v="836" actId="1076"/>
          <ac:picMkLst>
            <pc:docMk/>
            <pc:sldMk cId="3029298294" sldId="308"/>
            <ac:picMk id="11" creationId="{900913BB-4F88-FF3C-F821-3098302EE8FB}"/>
          </ac:picMkLst>
        </pc:picChg>
      </pc:sldChg>
      <pc:sldChg chg="del">
        <pc:chgData name="김 예찬" userId="17716309b4b9d749" providerId="LiveId" clId="{2E328DF6-B3B2-421F-BB8E-B56430A9223B}" dt="2026-02-06T13:03:15.301" v="571" actId="2696"/>
        <pc:sldMkLst>
          <pc:docMk/>
          <pc:sldMk cId="4152202171" sldId="309"/>
        </pc:sldMkLst>
      </pc:sldChg>
      <pc:sldChg chg="del">
        <pc:chgData name="김 예찬" userId="17716309b4b9d749" providerId="LiveId" clId="{2E328DF6-B3B2-421F-BB8E-B56430A9223B}" dt="2026-02-06T13:03:14.292" v="570" actId="2696"/>
        <pc:sldMkLst>
          <pc:docMk/>
          <pc:sldMk cId="234130744" sldId="310"/>
        </pc:sldMkLst>
      </pc:sldChg>
      <pc:sldChg chg="del">
        <pc:chgData name="김 예찬" userId="17716309b4b9d749" providerId="LiveId" clId="{2E328DF6-B3B2-421F-BB8E-B56430A9223B}" dt="2026-02-06T13:03:12.751" v="569" actId="2696"/>
        <pc:sldMkLst>
          <pc:docMk/>
          <pc:sldMk cId="357521270" sldId="311"/>
        </pc:sldMkLst>
      </pc:sldChg>
      <pc:sldChg chg="del">
        <pc:chgData name="김 예찬" userId="17716309b4b9d749" providerId="LiveId" clId="{2E328DF6-B3B2-421F-BB8E-B56430A9223B}" dt="2026-02-06T13:03:16.602" v="572" actId="2696"/>
        <pc:sldMkLst>
          <pc:docMk/>
          <pc:sldMk cId="81259979" sldId="312"/>
        </pc:sldMkLst>
      </pc:sldChg>
      <pc:sldChg chg="add">
        <pc:chgData name="김 예찬" userId="17716309b4b9d749" providerId="LiveId" clId="{2E328DF6-B3B2-421F-BB8E-B56430A9223B}" dt="2026-02-06T12:51:19.154" v="363" actId="2890"/>
        <pc:sldMkLst>
          <pc:docMk/>
          <pc:sldMk cId="3682811256" sldId="313"/>
        </pc:sldMkLst>
      </pc:sldChg>
      <pc:sldChg chg="modSp add mod ord">
        <pc:chgData name="김 예찬" userId="17716309b4b9d749" providerId="LiveId" clId="{2E328DF6-B3B2-421F-BB8E-B56430A9223B}" dt="2026-02-07T13:44:16.133" v="1456"/>
        <pc:sldMkLst>
          <pc:docMk/>
          <pc:sldMk cId="3120219993" sldId="314"/>
        </pc:sldMkLst>
        <pc:spChg chg="mod">
          <ac:chgData name="김 예찬" userId="17716309b4b9d749" providerId="LiveId" clId="{2E328DF6-B3B2-421F-BB8E-B56430A9223B}" dt="2026-02-06T12:51:47.716" v="372" actId="1076"/>
          <ac:spMkLst>
            <pc:docMk/>
            <pc:sldMk cId="3120219993" sldId="314"/>
            <ac:spMk id="2" creationId="{327498B7-0629-49AE-878A-73981F440701}"/>
          </ac:spMkLst>
        </pc:spChg>
      </pc:sldChg>
      <pc:sldChg chg="addSp modSp add mod ord">
        <pc:chgData name="김 예찬" userId="17716309b4b9d749" providerId="LiveId" clId="{2E328DF6-B3B2-421F-BB8E-B56430A9223B}" dt="2026-02-07T13:44:01.034" v="1452"/>
        <pc:sldMkLst>
          <pc:docMk/>
          <pc:sldMk cId="3883497040" sldId="315"/>
        </pc:sldMkLst>
        <pc:spChg chg="mod">
          <ac:chgData name="김 예찬" userId="17716309b4b9d749" providerId="LiveId" clId="{2E328DF6-B3B2-421F-BB8E-B56430A9223B}" dt="2026-02-06T12:51:37.072" v="367" actId="14100"/>
          <ac:spMkLst>
            <pc:docMk/>
            <pc:sldMk cId="3883497040" sldId="315"/>
            <ac:spMk id="2" creationId="{95106C6A-8BD8-2326-FE6A-61D4B333F9A2}"/>
          </ac:spMkLst>
        </pc:spChg>
        <pc:spChg chg="add mod">
          <ac:chgData name="김 예찬" userId="17716309b4b9d749" providerId="LiveId" clId="{2E328DF6-B3B2-421F-BB8E-B56430A9223B}" dt="2026-02-06T12:51:42.140" v="370" actId="1076"/>
          <ac:spMkLst>
            <pc:docMk/>
            <pc:sldMk cId="3883497040" sldId="315"/>
            <ac:spMk id="3" creationId="{5008C4B9-0682-4734-A7F8-6FF541D2AEF7}"/>
          </ac:spMkLst>
        </pc:spChg>
      </pc:sldChg>
      <pc:sldChg chg="addSp delSp modSp add mod">
        <pc:chgData name="김 예찬" userId="17716309b4b9d749" providerId="LiveId" clId="{2E328DF6-B3B2-421F-BB8E-B56430A9223B}" dt="2026-02-07T13:19:47.769" v="876" actId="20577"/>
        <pc:sldMkLst>
          <pc:docMk/>
          <pc:sldMk cId="2382629521" sldId="316"/>
        </pc:sldMkLst>
        <pc:spChg chg="add del">
          <ac:chgData name="김 예찬" userId="17716309b4b9d749" providerId="LiveId" clId="{2E328DF6-B3B2-421F-BB8E-B56430A9223B}" dt="2026-02-06T13:56:55.904" v="729" actId="478"/>
          <ac:spMkLst>
            <pc:docMk/>
            <pc:sldMk cId="2382629521" sldId="316"/>
            <ac:spMk id="2" creationId="{437F1B7A-F101-F82D-A2BB-32D48FC768E4}"/>
          </ac:spMkLst>
        </pc:spChg>
        <pc:spChg chg="mod">
          <ac:chgData name="김 예찬" userId="17716309b4b9d749" providerId="LiveId" clId="{2E328DF6-B3B2-421F-BB8E-B56430A9223B}" dt="2026-02-07T13:19:47.769" v="876" actId="20577"/>
          <ac:spMkLst>
            <pc:docMk/>
            <pc:sldMk cId="2382629521" sldId="316"/>
            <ac:spMk id="4" creationId="{D1E8391E-5918-C9F2-26F4-6E0AAF07D063}"/>
          </ac:spMkLst>
        </pc:spChg>
        <pc:spChg chg="mod">
          <ac:chgData name="김 예찬" userId="17716309b4b9d749" providerId="LiveId" clId="{2E328DF6-B3B2-421F-BB8E-B56430A9223B}" dt="2026-02-06T13:57:55.949" v="820" actId="20577"/>
          <ac:spMkLst>
            <pc:docMk/>
            <pc:sldMk cId="2382629521" sldId="316"/>
            <ac:spMk id="5" creationId="{14AA28B9-0A6C-A73B-4F6B-F00C53447FD9}"/>
          </ac:spMkLst>
        </pc:spChg>
        <pc:picChg chg="add mod">
          <ac:chgData name="김 예찬" userId="17716309b4b9d749" providerId="LiveId" clId="{2E328DF6-B3B2-421F-BB8E-B56430A9223B}" dt="2026-02-06T13:57:02.177" v="735" actId="14100"/>
          <ac:picMkLst>
            <pc:docMk/>
            <pc:sldMk cId="2382629521" sldId="316"/>
            <ac:picMk id="6" creationId="{EFFCBFC6-6833-8077-CF8E-B72A9B07C1ED}"/>
          </ac:picMkLst>
        </pc:picChg>
        <pc:picChg chg="del">
          <ac:chgData name="김 예찬" userId="17716309b4b9d749" providerId="LiveId" clId="{2E328DF6-B3B2-421F-BB8E-B56430A9223B}" dt="2026-02-06T13:56:57.195" v="730" actId="478"/>
          <ac:picMkLst>
            <pc:docMk/>
            <pc:sldMk cId="2382629521" sldId="316"/>
            <ac:picMk id="12" creationId="{963075F9-F054-F03E-908B-739C03E158CF}"/>
          </ac:picMkLst>
        </pc:picChg>
      </pc:sldChg>
      <pc:sldChg chg="addSp delSp modSp add mod">
        <pc:chgData name="김 예찬" userId="17716309b4b9d749" providerId="LiveId" clId="{2E328DF6-B3B2-421F-BB8E-B56430A9223B}" dt="2026-02-07T13:37:39.569" v="1339" actId="20577"/>
        <pc:sldMkLst>
          <pc:docMk/>
          <pc:sldMk cId="187211537" sldId="317"/>
        </pc:sldMkLst>
        <pc:spChg chg="mod">
          <ac:chgData name="김 예찬" userId="17716309b4b9d749" providerId="LiveId" clId="{2E328DF6-B3B2-421F-BB8E-B56430A9223B}" dt="2026-02-07T13:32:32.580" v="1198" actId="20577"/>
          <ac:spMkLst>
            <pc:docMk/>
            <pc:sldMk cId="187211537" sldId="317"/>
            <ac:spMk id="4" creationId="{919DF17B-B2CE-7B5B-04E6-1BA49FE2F299}"/>
          </ac:spMkLst>
        </pc:spChg>
        <pc:spChg chg="add mod">
          <ac:chgData name="김 예찬" userId="17716309b4b9d749" providerId="LiveId" clId="{2E328DF6-B3B2-421F-BB8E-B56430A9223B}" dt="2026-02-07T13:36:53.458" v="1275" actId="20577"/>
          <ac:spMkLst>
            <pc:docMk/>
            <pc:sldMk cId="187211537" sldId="317"/>
            <ac:spMk id="7" creationId="{85B1F45E-7237-B5C7-C33D-2742EA1D38F3}"/>
          </ac:spMkLst>
        </pc:spChg>
        <pc:spChg chg="add mod">
          <ac:chgData name="김 예찬" userId="17716309b4b9d749" providerId="LiveId" clId="{2E328DF6-B3B2-421F-BB8E-B56430A9223B}" dt="2026-02-07T13:37:39.569" v="1339" actId="20577"/>
          <ac:spMkLst>
            <pc:docMk/>
            <pc:sldMk cId="187211537" sldId="317"/>
            <ac:spMk id="8" creationId="{36434574-288E-3F2B-1CCE-A7D5425882D9}"/>
          </ac:spMkLst>
        </pc:spChg>
        <pc:picChg chg="add mod">
          <ac:chgData name="김 예찬" userId="17716309b4b9d749" providerId="LiveId" clId="{2E328DF6-B3B2-421F-BB8E-B56430A9223B}" dt="2026-02-07T13:37:15.481" v="1280" actId="1076"/>
          <ac:picMkLst>
            <pc:docMk/>
            <pc:sldMk cId="187211537" sldId="317"/>
            <ac:picMk id="5" creationId="{57B1F8FD-4C98-5FDB-F270-AC0DC13B9F07}"/>
          </ac:picMkLst>
        </pc:picChg>
        <pc:picChg chg="del">
          <ac:chgData name="김 예찬" userId="17716309b4b9d749" providerId="LiveId" clId="{2E328DF6-B3B2-421F-BB8E-B56430A9223B}" dt="2026-02-06T14:03:55.238" v="854" actId="478"/>
          <ac:picMkLst>
            <pc:docMk/>
            <pc:sldMk cId="187211537" sldId="317"/>
            <ac:picMk id="5" creationId="{AED49C7A-43E7-75AB-4BD1-4107DA317502}"/>
          </ac:picMkLst>
        </pc:picChg>
        <pc:picChg chg="add mod modCrop">
          <ac:chgData name="김 예찬" userId="17716309b4b9d749" providerId="LiveId" clId="{2E328DF6-B3B2-421F-BB8E-B56430A9223B}" dt="2026-02-07T13:37:08.989" v="1277" actId="14100"/>
          <ac:picMkLst>
            <pc:docMk/>
            <pc:sldMk cId="187211537" sldId="317"/>
            <ac:picMk id="6" creationId="{8145DD4A-3A1B-D533-DA72-B3CED3A8EA09}"/>
          </ac:picMkLst>
        </pc:picChg>
      </pc:sldChg>
      <pc:sldChg chg="addSp delSp modSp add mod">
        <pc:chgData name="김 예찬" userId="17716309b4b9d749" providerId="LiveId" clId="{2E328DF6-B3B2-421F-BB8E-B56430A9223B}" dt="2026-02-07T13:22:38.844" v="1139" actId="20577"/>
        <pc:sldMkLst>
          <pc:docMk/>
          <pc:sldMk cId="1529900514" sldId="318"/>
        </pc:sldMkLst>
        <pc:spChg chg="mod">
          <ac:chgData name="김 예찬" userId="17716309b4b9d749" providerId="LiveId" clId="{2E328DF6-B3B2-421F-BB8E-B56430A9223B}" dt="2026-02-07T13:21:42.150" v="1093"/>
          <ac:spMkLst>
            <pc:docMk/>
            <pc:sldMk cId="1529900514" sldId="318"/>
            <ac:spMk id="2" creationId="{94D1853A-8D8C-1D12-8E6A-CF95D0CB8CF4}"/>
          </ac:spMkLst>
        </pc:spChg>
        <pc:spChg chg="mod">
          <ac:chgData name="김 예찬" userId="17716309b4b9d749" providerId="LiveId" clId="{2E328DF6-B3B2-421F-BB8E-B56430A9223B}" dt="2026-02-07T13:22:21.798" v="1107" actId="20577"/>
          <ac:spMkLst>
            <pc:docMk/>
            <pc:sldMk cId="1529900514" sldId="318"/>
            <ac:spMk id="4" creationId="{1331DFFA-ED36-0744-DF70-8051620DE12E}"/>
          </ac:spMkLst>
        </pc:spChg>
        <pc:spChg chg="mod">
          <ac:chgData name="김 예찬" userId="17716309b4b9d749" providerId="LiveId" clId="{2E328DF6-B3B2-421F-BB8E-B56430A9223B}" dt="2026-02-07T13:22:38.844" v="1139" actId="20577"/>
          <ac:spMkLst>
            <pc:docMk/>
            <pc:sldMk cId="1529900514" sldId="318"/>
            <ac:spMk id="5" creationId="{D13047DF-D69A-76C7-B052-49932FCFC875}"/>
          </ac:spMkLst>
        </pc:spChg>
        <pc:picChg chg="add mod">
          <ac:chgData name="김 예찬" userId="17716309b4b9d749" providerId="LiveId" clId="{2E328DF6-B3B2-421F-BB8E-B56430A9223B}" dt="2026-02-07T13:21:52.416" v="1098" actId="1076"/>
          <ac:picMkLst>
            <pc:docMk/>
            <pc:sldMk cId="1529900514" sldId="318"/>
            <ac:picMk id="3" creationId="{B29E00A3-9A18-234F-B6FD-D64332931A53}"/>
          </ac:picMkLst>
        </pc:picChg>
        <pc:picChg chg="del">
          <ac:chgData name="김 예찬" userId="17716309b4b9d749" providerId="LiveId" clId="{2E328DF6-B3B2-421F-BB8E-B56430A9223B}" dt="2026-02-07T13:21:48.572" v="1095" actId="478"/>
          <ac:picMkLst>
            <pc:docMk/>
            <pc:sldMk cId="1529900514" sldId="318"/>
            <ac:picMk id="6" creationId="{F44C05BB-E7F6-82E3-C41A-7EDBFD4A5C38}"/>
          </ac:picMkLst>
        </pc:picChg>
        <pc:picChg chg="del">
          <ac:chgData name="김 예찬" userId="17716309b4b9d749" providerId="LiveId" clId="{2E328DF6-B3B2-421F-BB8E-B56430A9223B}" dt="2026-02-07T13:21:47.986" v="1094" actId="478"/>
          <ac:picMkLst>
            <pc:docMk/>
            <pc:sldMk cId="1529900514" sldId="318"/>
            <ac:picMk id="9" creationId="{D6884FD2-4F86-6E52-0228-016DFF18163F}"/>
          </ac:picMkLst>
        </pc:picChg>
        <pc:picChg chg="del">
          <ac:chgData name="김 예찬" userId="17716309b4b9d749" providerId="LiveId" clId="{2E328DF6-B3B2-421F-BB8E-B56430A9223B}" dt="2026-02-07T13:21:48.865" v="1096" actId="478"/>
          <ac:picMkLst>
            <pc:docMk/>
            <pc:sldMk cId="1529900514" sldId="318"/>
            <ac:picMk id="11" creationId="{9305408B-12E0-E46B-2B62-4006CF894387}"/>
          </ac:picMkLst>
        </pc:picChg>
      </pc:sldChg>
      <pc:sldChg chg="addSp delSp modSp add mod">
        <pc:chgData name="김 예찬" userId="17716309b4b9d749" providerId="LiveId" clId="{2E328DF6-B3B2-421F-BB8E-B56430A9223B}" dt="2026-02-07T13:41:17.018" v="1448" actId="20577"/>
        <pc:sldMkLst>
          <pc:docMk/>
          <pc:sldMk cId="3493112615" sldId="319"/>
        </pc:sldMkLst>
        <pc:spChg chg="mod">
          <ac:chgData name="김 예찬" userId="17716309b4b9d749" providerId="LiveId" clId="{2E328DF6-B3B2-421F-BB8E-B56430A9223B}" dt="2026-02-07T13:38:03.454" v="1373" actId="20577"/>
          <ac:spMkLst>
            <pc:docMk/>
            <pc:sldMk cId="3493112615" sldId="319"/>
            <ac:spMk id="4" creationId="{B631A141-D2EC-7070-7A6D-59792C706EF4}"/>
          </ac:spMkLst>
        </pc:spChg>
        <pc:spChg chg="mod">
          <ac:chgData name="김 예찬" userId="17716309b4b9d749" providerId="LiveId" clId="{2E328DF6-B3B2-421F-BB8E-B56430A9223B}" dt="2026-02-07T13:41:17.018" v="1448" actId="20577"/>
          <ac:spMkLst>
            <pc:docMk/>
            <pc:sldMk cId="3493112615" sldId="319"/>
            <ac:spMk id="7" creationId="{454E1427-DEF1-B048-6B46-0ED61928B3B7}"/>
          </ac:spMkLst>
        </pc:spChg>
        <pc:spChg chg="del mod">
          <ac:chgData name="김 예찬" userId="17716309b4b9d749" providerId="LiveId" clId="{2E328DF6-B3B2-421F-BB8E-B56430A9223B}" dt="2026-02-07T13:38:09.337" v="1377" actId="478"/>
          <ac:spMkLst>
            <pc:docMk/>
            <pc:sldMk cId="3493112615" sldId="319"/>
            <ac:spMk id="8" creationId="{AA682006-399C-4E9F-C07C-FCA94E8299C2}"/>
          </ac:spMkLst>
        </pc:spChg>
        <pc:picChg chg="del">
          <ac:chgData name="김 예찬" userId="17716309b4b9d749" providerId="LiveId" clId="{2E328DF6-B3B2-421F-BB8E-B56430A9223B}" dt="2026-02-07T13:38:07.349" v="1376" actId="478"/>
          <ac:picMkLst>
            <pc:docMk/>
            <pc:sldMk cId="3493112615" sldId="319"/>
            <ac:picMk id="5" creationId="{57D6F199-48C9-DE12-260D-BE057FC203F3}"/>
          </ac:picMkLst>
        </pc:picChg>
        <pc:picChg chg="del">
          <ac:chgData name="김 예찬" userId="17716309b4b9d749" providerId="LiveId" clId="{2E328DF6-B3B2-421F-BB8E-B56430A9223B}" dt="2026-02-07T13:38:05.208" v="1374" actId="478"/>
          <ac:picMkLst>
            <pc:docMk/>
            <pc:sldMk cId="3493112615" sldId="319"/>
            <ac:picMk id="6" creationId="{21E0CA19-EC31-9672-B946-922A03AFB621}"/>
          </ac:picMkLst>
        </pc:picChg>
        <pc:picChg chg="add mod">
          <ac:chgData name="김 예찬" userId="17716309b4b9d749" providerId="LiveId" clId="{2E328DF6-B3B2-421F-BB8E-B56430A9223B}" dt="2026-02-07T13:39:14.166" v="1387" actId="1076"/>
          <ac:picMkLst>
            <pc:docMk/>
            <pc:sldMk cId="3493112615" sldId="319"/>
            <ac:picMk id="9" creationId="{41140433-F2C9-43F3-1FFD-86FB5D632E34}"/>
          </ac:picMkLst>
        </pc:picChg>
        <pc:picChg chg="add mod">
          <ac:chgData name="김 예찬" userId="17716309b4b9d749" providerId="LiveId" clId="{2E328DF6-B3B2-421F-BB8E-B56430A9223B}" dt="2026-02-07T13:39:12.123" v="1386" actId="1076"/>
          <ac:picMkLst>
            <pc:docMk/>
            <pc:sldMk cId="3493112615" sldId="319"/>
            <ac:picMk id="11" creationId="{77888E28-7D8D-0FE1-87AA-ACD70B4DDC5C}"/>
          </ac:picMkLst>
        </pc:picChg>
      </pc:sldChg>
      <pc:sldMasterChg chg="modSp mod addSldLayout modSldLayout sldLayoutOrd">
        <pc:chgData name="김 예찬" userId="17716309b4b9d749" providerId="LiveId" clId="{2E328DF6-B3B2-421F-BB8E-B56430A9223B}" dt="2026-02-07T13:43:14.644" v="1450" actId="20577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2-07T13:43:14.644" v="1450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2-03T05:47:20.393" v="337" actId="20577"/>
          <ac:spMkLst>
            <pc:docMk/>
            <pc:sldMasterMk cId="1057648596" sldId="2147483660"/>
            <ac:spMk id="14" creationId="{821C3857-B650-4694-853E-C7AB2483F49B}"/>
          </ac:spMkLst>
        </pc:spChg>
        <pc:sldLayoutChg chg="addSp delSp modSp mod">
          <pc:chgData name="김 예찬" userId="17716309b4b9d749" providerId="LiveId" clId="{2E328DF6-B3B2-421F-BB8E-B56430A9223B}" dt="2026-02-01T05:47:20.716" v="193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2-01T05:46:32.788" v="115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add del mod">
            <ac:chgData name="김 예찬" userId="17716309b4b9d749" providerId="LiveId" clId="{2E328DF6-B3B2-421F-BB8E-B56430A9223B}" dt="2026-02-01T05:47:20.716" v="193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2-01T06:04:22.203" v="230" actId="478"/>
          <pc:sldLayoutMkLst>
            <pc:docMk/>
            <pc:sldMasterMk cId="1057648596" sldId="2147483660"/>
            <pc:sldLayoutMk cId="2291249272" sldId="2147483662"/>
          </pc:sldLayoutMkLst>
        </pc:sldLayoutChg>
        <pc:sldLayoutChg chg="modSp mod">
          <pc:chgData name="김 예찬" userId="17716309b4b9d749" providerId="LiveId" clId="{2E328DF6-B3B2-421F-BB8E-B56430A9223B}" dt="2026-02-06T13:01:20.049" v="523" actId="20577"/>
          <pc:sldLayoutMkLst>
            <pc:docMk/>
            <pc:sldMasterMk cId="1057648596" sldId="2147483660"/>
            <pc:sldLayoutMk cId="3445856096" sldId="2147483667"/>
          </pc:sldLayoutMkLst>
          <pc:spChg chg="mod">
            <ac:chgData name="김 예찬" userId="17716309b4b9d749" providerId="LiveId" clId="{2E328DF6-B3B2-421F-BB8E-B56430A9223B}" dt="2026-02-06T13:00:46.283" v="467" actId="20577"/>
            <ac:spMkLst>
              <pc:docMk/>
              <pc:sldMasterMk cId="1057648596" sldId="2147483660"/>
              <pc:sldLayoutMk cId="3445856096" sldId="2147483667"/>
              <ac:spMk id="11" creationId="{60A53632-24C6-45A7-BC29-FEE57122FD2F}"/>
            </ac:spMkLst>
          </pc:spChg>
          <pc:spChg chg="mod">
            <ac:chgData name="김 예찬" userId="17716309b4b9d749" providerId="LiveId" clId="{2E328DF6-B3B2-421F-BB8E-B56430A9223B}" dt="2026-02-06T13:01:20.049" v="523" actId="2057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mod">
            <ac:chgData name="김 예찬" userId="17716309b4b9d749" providerId="LiveId" clId="{2E328DF6-B3B2-421F-BB8E-B56430A9223B}" dt="2026-02-06T13:00:54.016" v="469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dirty="0"/>
              <a:t>AES-8bit </a:t>
            </a:r>
            <a:r>
              <a:rPr lang="ko-KR" altLang="en-US" dirty="0"/>
              <a:t>구현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577867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A53632-24C6-45A7-BC29-FEE57122FD2F}"/>
              </a:ext>
            </a:extLst>
          </p:cNvPr>
          <p:cNvSpPr/>
          <p:nvPr userDrawn="1"/>
        </p:nvSpPr>
        <p:spPr>
          <a:xfrm>
            <a:off x="485906" y="399552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Key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Expansion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구현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0835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3.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최종 검증 및 피드백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78269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</a:t>
            </a:r>
            <a:r>
              <a:rPr lang="en-US" altLang="ko-KR" sz="2400" b="1" dirty="0" err="1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MixColumns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 구현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12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02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&lt;AES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AES-8bit </a:t>
            </a:r>
            <a:r>
              <a:rPr lang="ko-KR" altLang="en-US" b="1" dirty="0">
                <a:latin typeface="+mj-ea"/>
                <a:ea typeface="+mj-ea"/>
              </a:rPr>
              <a:t>구현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6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/>
              <a:t>10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F7CC-AA0E-475D-D4D4-2F79068F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CEC04A-6474-A50C-29B3-BB87E1961B2A}"/>
              </a:ext>
            </a:extLst>
          </p:cNvPr>
          <p:cNvSpPr/>
          <p:nvPr/>
        </p:nvSpPr>
        <p:spPr>
          <a:xfrm>
            <a:off x="413803" y="2654424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11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en-US" altLang="ko-KR" sz="2800" b="1" dirty="0" err="1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MixColumns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구현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dirty="0" err="1"/>
              <a:t>xtime</a:t>
            </a:r>
            <a:r>
              <a:rPr lang="en-US" altLang="ko-KR" sz="2400" dirty="0"/>
              <a:t> </a:t>
            </a:r>
            <a:r>
              <a:rPr lang="ko-KR" altLang="en-US" sz="2400" dirty="0"/>
              <a:t>함수 구현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9C884-BF1F-6612-6F62-78EEDC728E98}"/>
              </a:ext>
            </a:extLst>
          </p:cNvPr>
          <p:cNvSpPr txBox="1"/>
          <p:nvPr/>
        </p:nvSpPr>
        <p:spPr>
          <a:xfrm>
            <a:off x="1180518" y="2082496"/>
            <a:ext cx="8704373" cy="510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비트 이동 연산으로 </a:t>
            </a:r>
            <a:r>
              <a:rPr lang="en-US" altLang="ko-KR" sz="2000" dirty="0"/>
              <a:t>2</a:t>
            </a:r>
            <a:r>
              <a:rPr lang="ko-KR" altLang="en-US" sz="2000" dirty="0"/>
              <a:t>배 구현</a:t>
            </a:r>
            <a:r>
              <a:rPr lang="en-US" altLang="ko-KR" sz="2000" dirty="0"/>
              <a:t>, </a:t>
            </a:r>
            <a:r>
              <a:rPr lang="ko-KR" altLang="en-US" sz="2000" dirty="0"/>
              <a:t>최상위 비트가 </a:t>
            </a:r>
            <a:r>
              <a:rPr lang="en-US" altLang="ko-KR" sz="2000" dirty="0"/>
              <a:t>1</a:t>
            </a:r>
            <a:r>
              <a:rPr lang="ko-KR" altLang="en-US" sz="2000" dirty="0" err="1"/>
              <a:t>일때</a:t>
            </a:r>
            <a:r>
              <a:rPr lang="ko-KR" altLang="en-US" sz="2000" dirty="0"/>
              <a:t> </a:t>
            </a:r>
            <a:r>
              <a:rPr lang="en-US" altLang="ko-KR" dirty="0"/>
              <a:t>0x1B</a:t>
            </a:r>
            <a:r>
              <a:rPr lang="ko-KR" altLang="en-US" dirty="0"/>
              <a:t>와 </a:t>
            </a:r>
            <a:r>
              <a:rPr lang="en-US" altLang="ko-KR" dirty="0"/>
              <a:t>XOR </a:t>
            </a:r>
            <a:r>
              <a:rPr lang="ko-KR" altLang="en-US" dirty="0"/>
              <a:t>연산</a:t>
            </a:r>
            <a:endParaRPr lang="en-US" altLang="ko-KR" sz="2000" dirty="0"/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328256-8022-AFB6-04BE-CE9983B90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010" y="3068709"/>
            <a:ext cx="6720222" cy="252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6DE0E-86D1-A914-9A95-15D3147B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7F1B7A-F101-F82D-A2BB-32D48FC768E4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en-US" altLang="ko-KR" sz="2800" b="1" dirty="0" err="1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MixColumns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구현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8391E-5918-C9F2-26F4-6E0AAF07D063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MixColumns</a:t>
            </a:r>
            <a:r>
              <a:rPr lang="en-US" altLang="ko-KR" sz="2400" dirty="0"/>
              <a:t> </a:t>
            </a:r>
            <a:r>
              <a:rPr lang="ko-KR" altLang="en-US" sz="2400" dirty="0"/>
              <a:t>함수 구현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A28B9-0A6C-A73B-4F6B-F00C53447FD9}"/>
              </a:ext>
            </a:extLst>
          </p:cNvPr>
          <p:cNvSpPr txBox="1"/>
          <p:nvPr/>
        </p:nvSpPr>
        <p:spPr>
          <a:xfrm>
            <a:off x="1180518" y="2082496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4</a:t>
            </a:r>
            <a:r>
              <a:rPr lang="ko-KR" altLang="en-US" sz="2000" dirty="0"/>
              <a:t>바이트 단위 백업 후 행렬 곱셈 식 </a:t>
            </a:r>
            <a:r>
              <a:rPr lang="en-US" altLang="ko-KR" sz="2000" dirty="0" err="1"/>
              <a:t>xtime</a:t>
            </a:r>
            <a:r>
              <a:rPr lang="en-US" altLang="ko-KR" sz="2000" dirty="0"/>
              <a:t> </a:t>
            </a:r>
            <a:r>
              <a:rPr lang="ko-KR" altLang="en-US" sz="2000" dirty="0"/>
              <a:t>함수와 </a:t>
            </a:r>
            <a:r>
              <a:rPr lang="en-US" altLang="ko-KR" sz="2000" dirty="0"/>
              <a:t>XOR </a:t>
            </a:r>
            <a:r>
              <a:rPr lang="ko-KR" altLang="en-US" sz="2000" dirty="0"/>
              <a:t>연산</a:t>
            </a:r>
            <a:endParaRPr lang="en-US" altLang="ko-KR" sz="2000" dirty="0"/>
          </a:p>
        </p:txBody>
      </p:sp>
      <p:pic>
        <p:nvPicPr>
          <p:cNvPr id="6" name="그림 5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CBFC6-6833-8077-CF8E-B72A9B07C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176" y="2930294"/>
            <a:ext cx="7590878" cy="367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29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AB70-42CD-24DA-6872-AA3CD2AD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106C6A-8BD8-2326-FE6A-61D4B333F9A2}"/>
              </a:ext>
            </a:extLst>
          </p:cNvPr>
          <p:cNvSpPr/>
          <p:nvPr/>
        </p:nvSpPr>
        <p:spPr>
          <a:xfrm>
            <a:off x="413803" y="5609690"/>
            <a:ext cx="10115550" cy="143258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08C4B9-0682-4734-A7F8-6FF541D2AEF7}"/>
              </a:ext>
            </a:extLst>
          </p:cNvPr>
          <p:cNvSpPr/>
          <p:nvPr/>
        </p:nvSpPr>
        <p:spPr>
          <a:xfrm>
            <a:off x="162460" y="1551398"/>
            <a:ext cx="10115550" cy="1915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49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Key Expansion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FC8A-AC5B-4CB9-F4C5-8A98CDC9353E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Rcon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상수 배열 및 </a:t>
            </a:r>
            <a:r>
              <a:rPr lang="en-US" altLang="ko-KR" sz="2400" b="1" dirty="0" err="1">
                <a:latin typeface="+mn-ea"/>
              </a:rPr>
              <a:t>KeyExpansion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함수 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4BAE-A83B-5D6F-1BE9-26F79A43523B}"/>
              </a:ext>
            </a:extLst>
          </p:cNvPr>
          <p:cNvSpPr txBox="1"/>
          <p:nvPr/>
        </p:nvSpPr>
        <p:spPr>
          <a:xfrm>
            <a:off x="1234497" y="1978770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초기 비밀키 복사 및 </a:t>
            </a:r>
            <a:r>
              <a:rPr lang="en-US" altLang="ko-KR" sz="2000" dirty="0"/>
              <a:t>XOR</a:t>
            </a:r>
            <a:r>
              <a:rPr lang="ko-KR" altLang="en-US" sz="2000" dirty="0"/>
              <a:t>연산으로 키 생성</a:t>
            </a:r>
            <a:endParaRPr lang="en-US" altLang="ko-KR" sz="2000" dirty="0"/>
          </a:p>
        </p:txBody>
      </p:sp>
      <p:pic>
        <p:nvPicPr>
          <p:cNvPr id="6" name="그림 5" descr="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0A25E7-D938-B969-F3BC-DF48F1284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5" y="2743533"/>
            <a:ext cx="5306165" cy="666843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3EE2AF-E2FA-5072-1F8A-2348E7650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97" y="3779837"/>
            <a:ext cx="4734586" cy="2819794"/>
          </a:xfrm>
          <a:prstGeom prst="rect">
            <a:avLst/>
          </a:prstGeom>
        </p:spPr>
      </p:pic>
      <p:pic>
        <p:nvPicPr>
          <p:cNvPr id="11" name="그림 10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0913BB-4F88-FF3C-F821-3098302EE8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872" y="2855665"/>
            <a:ext cx="4140102" cy="409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81D4-280A-9DBD-E838-58C7822B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7498B7-0629-49AE-878A-73981F440701}"/>
              </a:ext>
            </a:extLst>
          </p:cNvPr>
          <p:cNvSpPr/>
          <p:nvPr/>
        </p:nvSpPr>
        <p:spPr>
          <a:xfrm>
            <a:off x="382981" y="1585912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1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2586-16DC-CA4F-9412-C0540F8A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D1853A-8D8C-1D12-8E6A-CF95D0CB8CF4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최종 검증 및 피드백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1DFFA-ED36-0744-DF70-8051620DE12E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메인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함수 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047DF-D69A-76C7-B052-49932FCFC875}"/>
              </a:ext>
            </a:extLst>
          </p:cNvPr>
          <p:cNvSpPr txBox="1"/>
          <p:nvPr/>
        </p:nvSpPr>
        <p:spPr>
          <a:xfrm>
            <a:off x="1234497" y="2033094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NIST FIPS 197 </a:t>
            </a:r>
            <a:r>
              <a:rPr lang="ko-KR" altLang="en-US" sz="2000" dirty="0"/>
              <a:t>표준 테스트 활용</a:t>
            </a:r>
            <a:endParaRPr lang="en-US" altLang="ko-KR" sz="2000" dirty="0"/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9E00A3-9A18-234F-B6FD-D64332931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35" y="2642800"/>
            <a:ext cx="5753903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00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0F97-85D0-56B5-B020-429AF937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D24133A-A0FF-FB46-5A3C-25C7AD33C06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최종 검증 및 피드백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DF17B-B2CE-7B5B-04E6-1BA49FE2F299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컴파일 결과 확인</a:t>
            </a:r>
          </a:p>
        </p:txBody>
      </p:sp>
      <p:pic>
        <p:nvPicPr>
          <p:cNvPr id="6" name="그림 5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45DD4A-3A1B-D533-DA72-B3CED3A8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666" b="69909"/>
          <a:stretch>
            <a:fillRect/>
          </a:stretch>
        </p:blipFill>
        <p:spPr>
          <a:xfrm>
            <a:off x="738163" y="2745597"/>
            <a:ext cx="7633767" cy="716423"/>
          </a:xfrm>
          <a:prstGeom prst="rect">
            <a:avLst/>
          </a:prstGeom>
        </p:spPr>
      </p:pic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B1F8FD-4C98-5FDB-F270-AC0DC13B9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05" y="4452448"/>
            <a:ext cx="2923309" cy="2101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B1F45E-7237-B5C7-C33D-2742EA1D38F3}"/>
              </a:ext>
            </a:extLst>
          </p:cNvPr>
          <p:cNvSpPr txBox="1"/>
          <p:nvPr/>
        </p:nvSpPr>
        <p:spPr>
          <a:xfrm>
            <a:off x="738164" y="2021709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컴파일 결과</a:t>
            </a:r>
            <a:endParaRPr lang="en-US" altLang="ko-K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34574-288E-3F2B-1CCE-A7D5425882D9}"/>
              </a:ext>
            </a:extLst>
          </p:cNvPr>
          <p:cNvSpPr txBox="1"/>
          <p:nvPr/>
        </p:nvSpPr>
        <p:spPr>
          <a:xfrm>
            <a:off x="738164" y="3779837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NIST FIPS 197 </a:t>
            </a:r>
            <a:r>
              <a:rPr lang="ko-KR" altLang="en-US" sz="2000" dirty="0"/>
              <a:t>표준 테스트 암호문 결과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7211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8EAA-5C2A-F747-8C9F-16E0ABB2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AB6BE4-EA8A-3EC2-2FF4-2B58CE7C126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최종 검증 및 피드백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1A141-D2EC-7070-7A6D-59792C706EF4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피드백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E1427-DEF1-B048-6B46-0ED61928B3B7}"/>
              </a:ext>
            </a:extLst>
          </p:cNvPr>
          <p:cNvSpPr txBox="1"/>
          <p:nvPr/>
        </p:nvSpPr>
        <p:spPr>
          <a:xfrm>
            <a:off x="738164" y="2021709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메모리 효율 및 시간 복잡도 통일</a:t>
            </a:r>
            <a:endParaRPr lang="en-US" altLang="ko-KR" sz="2000" dirty="0"/>
          </a:p>
        </p:txBody>
      </p:sp>
      <p:pic>
        <p:nvPicPr>
          <p:cNvPr id="9" name="그림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140433-F2C9-43F3-1FFD-86FB5D63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64" y="2847461"/>
            <a:ext cx="4722377" cy="1110430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888E28-7D8D-0FE1-87AA-ACD70B4DD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64" y="4599376"/>
            <a:ext cx="6677957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12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125</Words>
  <Application>Microsoft Office PowerPoint</Application>
  <PresentationFormat>사용자 지정</PresentationFormat>
  <Paragraphs>23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Eras Medium ITC</vt:lpstr>
      <vt:lpstr>Arial</vt:lpstr>
      <vt:lpstr>DX경필고딕B</vt:lpstr>
      <vt:lpstr>Wingdings</vt:lpstr>
      <vt:lpstr>Office 테마</vt:lpstr>
      <vt:lpstr>AES-8bit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2026-02-07T13:44:18Z</dcterms:modified>
</cp:coreProperties>
</file>