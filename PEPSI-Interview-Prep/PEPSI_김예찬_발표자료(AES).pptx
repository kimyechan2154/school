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2" r:id="rId2"/>
    <p:sldId id="272" r:id="rId3"/>
    <p:sldId id="303" r:id="rId4"/>
    <p:sldId id="308" r:id="rId5"/>
    <p:sldId id="311" r:id="rId6"/>
    <p:sldId id="310" r:id="rId7"/>
    <p:sldId id="309" r:id="rId8"/>
    <p:sldId id="312" r:id="rId9"/>
    <p:sldId id="307" r:id="rId10"/>
    <p:sldId id="271" r:id="rId11"/>
  </p:sldIdLst>
  <p:sldSz cx="10691813" cy="7559675"/>
  <p:notesSz cx="6858000" cy="9144000"/>
  <p:embeddedFontLst>
    <p:embeddedFont>
      <p:font typeface="DX경필고딕B" panose="02020600000000000000" pitchFamily="18" charset="-127"/>
      <p:regular r:id="rId14"/>
    </p:embeddedFont>
    <p:embeddedFont>
      <p:font typeface="Eras Medium ITC" panose="020B0602030504020804" pitchFamily="34" charset="0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1818F-B4D3-4614-8678-91C5E5001155}" v="29" dt="2026-02-01T14:27:12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4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addMainMaster delMainMaster modMainMaster">
      <pc:chgData name="김 예찬" userId="17716309b4b9d749" providerId="LiveId" clId="{2E328DF6-B3B2-421F-BB8E-B56430A9223B}" dt="2026-02-03T05:47:38.075" v="340" actId="20577"/>
      <pc:docMkLst>
        <pc:docMk/>
      </pc:docMkLst>
      <pc:sldChg chg="modSp mod">
        <pc:chgData name="김 예찬" userId="17716309b4b9d749" providerId="LiveId" clId="{2E328DF6-B3B2-421F-BB8E-B56430A9223B}" dt="2026-02-01T05:44:58.845" v="81" actId="2711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2-01T05:44:58.845" v="81" actId="2711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2-01T05:41:12.816" v="55" actId="20577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">
        <pc:chgData name="김 예찬" userId="17716309b4b9d749" providerId="LiveId" clId="{2E328DF6-B3B2-421F-BB8E-B56430A9223B}" dt="2026-02-03T05:41:07.942" v="297" actId="1076"/>
        <pc:sldMkLst>
          <pc:docMk/>
          <pc:sldMk cId="349536715" sldId="272"/>
        </pc:sldMkLst>
        <pc:spChg chg="mod">
          <ac:chgData name="김 예찬" userId="17716309b4b9d749" providerId="LiveId" clId="{2E328DF6-B3B2-421F-BB8E-B56430A9223B}" dt="2026-02-03T05:41:07.942" v="297" actId="1076"/>
          <ac:spMkLst>
            <pc:docMk/>
            <pc:sldMk cId="349536715" sldId="272"/>
            <ac:spMk id="2" creationId="{5008C4B9-0682-4734-A7F8-6FF541D2AEF7}"/>
          </ac:spMkLst>
        </pc:spChg>
      </pc:sldChg>
      <pc:sldChg chg="modSp mod">
        <pc:chgData name="김 예찬" userId="17716309b4b9d749" providerId="LiveId" clId="{2E328DF6-B3B2-421F-BB8E-B56430A9223B}" dt="2026-02-01T14:30:32.629" v="292" actId="20577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2-01T14:21:50.078" v="264" actId="20577"/>
          <ac:spMkLst>
            <pc:docMk/>
            <pc:sldMk cId="3288047407" sldId="303"/>
            <ac:spMk id="2" creationId="{DB8C645F-57D8-48C1-8DF8-8AA0E5AF4341}"/>
          </ac:spMkLst>
        </pc:spChg>
        <pc:spChg chg="mod">
          <ac:chgData name="김 예찬" userId="17716309b4b9d749" providerId="LiveId" clId="{2E328DF6-B3B2-421F-BB8E-B56430A9223B}" dt="2026-02-01T14:26:54.005" v="266"/>
          <ac:spMkLst>
            <pc:docMk/>
            <pc:sldMk cId="3288047407" sldId="303"/>
            <ac:spMk id="4" creationId="{DE888A42-7793-0BE8-E53B-0965391BC2DC}"/>
          </ac:spMkLst>
        </pc:spChg>
        <pc:spChg chg="mod">
          <ac:chgData name="김 예찬" userId="17716309b4b9d749" providerId="LiveId" clId="{2E328DF6-B3B2-421F-BB8E-B56430A9223B}" dt="2026-02-01T13:55:58.196" v="238" actId="1076"/>
          <ac:spMkLst>
            <pc:docMk/>
            <pc:sldMk cId="3288047407" sldId="303"/>
            <ac:spMk id="5" creationId="{7E59C884-BF1F-6612-6F62-78EEDC728E98}"/>
          </ac:spMkLst>
        </pc:spChg>
      </pc:sldChg>
      <pc:sldMasterChg chg="modSp mod addSldLayout modSldLayout sldLayoutOrd">
        <pc:chgData name="김 예찬" userId="17716309b4b9d749" providerId="LiveId" clId="{2E328DF6-B3B2-421F-BB8E-B56430A9223B}" dt="2026-02-03T05:47:38.075" v="340" actId="20577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2-03T05:47:38.075" v="340" actId="20577"/>
          <ac:spMkLst>
            <pc:docMk/>
            <pc:sldMasterMk cId="1057648596" sldId="2147483660"/>
            <ac:spMk id="13" creationId="{5AE305E2-E207-4295-87D5-B0281DD7B54B}"/>
          </ac:spMkLst>
        </pc:spChg>
        <pc:spChg chg="mod">
          <ac:chgData name="김 예찬" userId="17716309b4b9d749" providerId="LiveId" clId="{2E328DF6-B3B2-421F-BB8E-B56430A9223B}" dt="2026-02-03T05:47:20.393" v="337" actId="20577"/>
          <ac:spMkLst>
            <pc:docMk/>
            <pc:sldMasterMk cId="1057648596" sldId="2147483660"/>
            <ac:spMk id="14" creationId="{821C3857-B650-4694-853E-C7AB2483F49B}"/>
          </ac:spMkLst>
        </pc:spChg>
        <pc:sldLayoutChg chg="addSp delSp modSp mod">
          <pc:chgData name="김 예찬" userId="17716309b4b9d749" providerId="LiveId" clId="{2E328DF6-B3B2-421F-BB8E-B56430A9223B}" dt="2026-02-01T05:47:20.716" v="193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2-01T05:46:32.788" v="115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add del mod">
            <ac:chgData name="김 예찬" userId="17716309b4b9d749" providerId="LiveId" clId="{2E328DF6-B3B2-421F-BB8E-B56430A9223B}" dt="2026-02-01T05:47:20.716" v="193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addSp delSp modSp mod">
          <pc:chgData name="김 예찬" userId="17716309b4b9d749" providerId="LiveId" clId="{2E328DF6-B3B2-421F-BB8E-B56430A9223B}" dt="2026-02-01T06:04:22.203" v="230" actId="478"/>
          <pc:sldLayoutMkLst>
            <pc:docMk/>
            <pc:sldMasterMk cId="1057648596" sldId="2147483660"/>
            <pc:sldLayoutMk cId="2291249272" sldId="2147483662"/>
          </pc:sldLayoutMkLst>
        </pc:sldLayoutChg>
        <pc:sldLayoutChg chg="modSp mod">
          <pc:chgData name="김 예찬" userId="17716309b4b9d749" providerId="LiveId" clId="{2E328DF6-B3B2-421F-BB8E-B56430A9223B}" dt="2026-02-01T05:55:23.175" v="225" actId="207"/>
          <pc:sldLayoutMkLst>
            <pc:docMk/>
            <pc:sldMasterMk cId="1057648596" sldId="2147483660"/>
            <pc:sldLayoutMk cId="3445856096" sldId="2147483667"/>
          </pc:sldLayoutMkLst>
          <pc:spChg chg="mod">
            <ac:chgData name="김 예찬" userId="17716309b4b9d749" providerId="LiveId" clId="{2E328DF6-B3B2-421F-BB8E-B56430A9223B}" dt="2026-02-01T05:55:23.175" v="225" actId="207"/>
            <ac:spMkLst>
              <pc:docMk/>
              <pc:sldMasterMk cId="1057648596" sldId="2147483660"/>
              <pc:sldLayoutMk cId="3445856096" sldId="2147483667"/>
              <ac:spMk id="11" creationId="{60A53632-24C6-45A7-BC29-FEE57122FD2F}"/>
            </ac:spMkLst>
          </pc:spChg>
          <pc:spChg chg="mod">
            <ac:chgData name="김 예찬" userId="17716309b4b9d749" providerId="LiveId" clId="{2E328DF6-B3B2-421F-BB8E-B56430A9223B}" dt="2026-02-01T05:55:23.175" v="225" actId="207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mod">
            <ac:chgData name="김 예찬" userId="17716309b4b9d749" providerId="LiveId" clId="{2E328DF6-B3B2-421F-BB8E-B56430A9223B}" dt="2026-02-01T05:53:13.150" v="220" actId="1076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dirty="0"/>
              <a:t>AES-8bit </a:t>
            </a:r>
            <a:r>
              <a:rPr lang="ko-KR" altLang="en-US" dirty="0"/>
              <a:t>구현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577867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A53632-24C6-45A7-BC29-FEE57122FD2F}"/>
              </a:ext>
            </a:extLst>
          </p:cNvPr>
          <p:cNvSpPr/>
          <p:nvPr userDrawn="1"/>
        </p:nvSpPr>
        <p:spPr>
          <a:xfrm>
            <a:off x="485906" y="399552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36D9A9D-48A9-4F4C-91AD-B88065D43ECC}"/>
              </a:ext>
            </a:extLst>
          </p:cNvPr>
          <p:cNvSpPr/>
          <p:nvPr userDrawn="1"/>
        </p:nvSpPr>
        <p:spPr>
          <a:xfrm>
            <a:off x="485906" y="620835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3.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결론 및 향후 과제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78269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 계획 및 초기 자료조사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7EEB6-79AD-CC8E-E080-73EFBDAE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0072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10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02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&lt;AES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  <p:sldLayoutId id="2147483677" r:id="rId6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Kimyechan2154/schoo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AES-8bit </a:t>
            </a:r>
            <a:r>
              <a:rPr lang="ko-KR" altLang="en-US" b="1" dirty="0">
                <a:latin typeface="+mj-ea"/>
                <a:ea typeface="+mj-ea"/>
              </a:rPr>
              <a:t>구현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6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08C4B9-0682-4734-A7F8-6FF541D2AEF7}"/>
              </a:ext>
            </a:extLst>
          </p:cNvPr>
          <p:cNvSpPr/>
          <p:nvPr/>
        </p:nvSpPr>
        <p:spPr>
          <a:xfrm>
            <a:off x="235123" y="2834109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계획 및 초기 자료조사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9C884-BF1F-6612-6F62-78EEDC728E98}"/>
              </a:ext>
            </a:extLst>
          </p:cNvPr>
          <p:cNvSpPr txBox="1"/>
          <p:nvPr/>
        </p:nvSpPr>
        <p:spPr>
          <a:xfrm>
            <a:off x="1234497" y="4349493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유튜브 영상으로 </a:t>
            </a:r>
            <a:r>
              <a:rPr lang="en-US" altLang="ko-KR" sz="2000" dirty="0"/>
              <a:t>AES </a:t>
            </a:r>
            <a:r>
              <a:rPr lang="ko-KR" altLang="en-US" sz="2000" dirty="0"/>
              <a:t>구조의 데이터 흐름 시각적으로 학습</a:t>
            </a:r>
            <a:endParaRPr lang="en-US" altLang="ko-KR" sz="2000" dirty="0"/>
          </a:p>
        </p:txBody>
      </p:sp>
      <p:pic>
        <p:nvPicPr>
          <p:cNvPr id="8" name="그림 7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0A1E0-F29F-D175-F8A5-8756E6AC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948" y="2033094"/>
            <a:ext cx="4247289" cy="1474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23089F-6732-2622-ABB5-326D8CAE2428}"/>
              </a:ext>
            </a:extLst>
          </p:cNvPr>
          <p:cNvSpPr txBox="1"/>
          <p:nvPr/>
        </p:nvSpPr>
        <p:spPr>
          <a:xfrm>
            <a:off x="1234497" y="4910064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혼돈 확산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MixColumns</a:t>
            </a:r>
            <a:r>
              <a:rPr lang="ko-KR" altLang="en-US" sz="2000" dirty="0"/>
              <a:t>등 심화 내용 </a:t>
            </a:r>
            <a:r>
              <a:rPr lang="en-US" altLang="ko-KR" sz="2000" dirty="0"/>
              <a:t>AI </a:t>
            </a:r>
            <a:r>
              <a:rPr lang="ko-KR" altLang="en-US" sz="2000" dirty="0"/>
              <a:t>사용 심층 학습</a:t>
            </a:r>
            <a:endParaRPr lang="en-US" altLang="ko-KR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82D61-672F-001F-9037-9E7F40E11C16}"/>
              </a:ext>
            </a:extLst>
          </p:cNvPr>
          <p:cNvSpPr txBox="1"/>
          <p:nvPr/>
        </p:nvSpPr>
        <p:spPr>
          <a:xfrm>
            <a:off x="782726" y="3779837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초기 자료조사</a:t>
            </a:r>
          </a:p>
        </p:txBody>
      </p:sp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3FC8A-AC5B-4CB9-F4C5-8A98CDC9353E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초기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4BAE-A83B-5D6F-1BE9-26F79A43523B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데이터 타입을 재정의 하고 </a:t>
            </a:r>
            <a:r>
              <a:rPr lang="en-US" altLang="ko-KR" sz="2000" dirty="0"/>
              <a:t>S-</a:t>
            </a:r>
            <a:r>
              <a:rPr lang="en-US" altLang="ko-KR" sz="2000" dirty="0" err="1"/>
              <a:t>Bbox</a:t>
            </a:r>
            <a:r>
              <a:rPr lang="en-US" altLang="ko-KR" sz="2000" dirty="0"/>
              <a:t> </a:t>
            </a:r>
            <a:r>
              <a:rPr lang="ko-KR" altLang="en-US" sz="2000" dirty="0"/>
              <a:t>선언 초기화</a:t>
            </a:r>
            <a:endParaRPr lang="en-US" altLang="ko-KR" sz="2000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1BEDE7-B465-2EC1-CF71-BA9506D21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09" y="2632460"/>
            <a:ext cx="6141358" cy="43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96C7F-2F90-9E00-D389-1118A882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A485E0-C5D7-D1B6-55C2-FAF4D7047DB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972B4-471D-C12B-666E-668BBDB2DF4F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 err="1">
                <a:latin typeface="+mn-ea"/>
              </a:rPr>
              <a:t>SubBytes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641C6-ACA3-4E81-2B75-7AB19CD62EFA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선언한 </a:t>
            </a:r>
            <a:r>
              <a:rPr lang="en-US" altLang="ko-KR" sz="2000" dirty="0"/>
              <a:t>S-</a:t>
            </a:r>
            <a:r>
              <a:rPr lang="en-US" altLang="ko-KR" sz="2000" dirty="0" err="1"/>
              <a:t>Bbox</a:t>
            </a:r>
            <a:r>
              <a:rPr lang="en-US" altLang="ko-KR" sz="2000" dirty="0"/>
              <a:t> </a:t>
            </a:r>
            <a:r>
              <a:rPr lang="ko-KR" altLang="en-US" sz="2000" dirty="0"/>
              <a:t>치환 구현</a:t>
            </a:r>
            <a:endParaRPr lang="en-US" altLang="ko-KR" sz="2000" dirty="0"/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10CBC6-1D50-D69D-B7A4-5EBF0771A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5" y="3401469"/>
            <a:ext cx="8137236" cy="16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1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B03A-B110-F8A4-C898-07133013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555D5E-D85C-FB6C-A6DD-71BE09B700E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51CB2-B249-C409-E7D9-9EE05083227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 err="1">
                <a:latin typeface="+mn-ea"/>
              </a:rPr>
              <a:t>ShiftRows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08CCB-0EA1-771C-E907-D77E019B5ECB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임시 변수 사용해 데이터 위치 변경</a:t>
            </a:r>
            <a:endParaRPr lang="en-US" altLang="ko-KR" sz="2000" dirty="0"/>
          </a:p>
        </p:txBody>
      </p:sp>
      <p:pic>
        <p:nvPicPr>
          <p:cNvPr id="6" name="그림 5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D616C8-6B44-CA36-304D-5225F7CA7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55" y="2709038"/>
            <a:ext cx="5784964" cy="434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0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3141-D4EC-0E2D-BD8D-D2FA40E0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B9BC271-D864-CE32-2036-B6B6FAD8D452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0DD3E-3045-3AF5-7832-F01A9E0D7C5A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AddRoundKey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59E7D-86E2-B9C5-C35C-8C3A1430EAF7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XOR </a:t>
            </a:r>
            <a:r>
              <a:rPr lang="ko-KR" altLang="en-US" sz="2000" dirty="0"/>
              <a:t>연산자 사용 구현</a:t>
            </a:r>
            <a:endParaRPr lang="en-US" altLang="ko-KR" sz="2000" dirty="0"/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689408-4B72-0CE4-DCFE-49C322729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97" y="3409372"/>
            <a:ext cx="8192655" cy="143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02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8202-8184-DA20-3A1D-B4E064C1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9A4E68F-C1CD-E5B1-8AF0-DE96B97D7ED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5F4D7-7031-1A14-5A81-EB26D6134300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AES_Encrypt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3D2FC-914E-D621-C434-6BB03724E92D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 err="1"/>
              <a:t>MixColumns</a:t>
            </a:r>
            <a:r>
              <a:rPr lang="en-US" altLang="ko-KR" sz="2000" dirty="0"/>
              <a:t> </a:t>
            </a:r>
            <a:r>
              <a:rPr lang="ko-KR" altLang="en-US" sz="2000" dirty="0"/>
              <a:t>제외 </a:t>
            </a:r>
            <a:r>
              <a:rPr lang="en-US" altLang="ko-KR" sz="2000" dirty="0"/>
              <a:t>10</a:t>
            </a:r>
            <a:r>
              <a:rPr lang="ko-KR" altLang="en-US" sz="2000" dirty="0"/>
              <a:t>번 반복</a:t>
            </a:r>
            <a:endParaRPr lang="en-US" altLang="ko-KR" sz="2000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B68E45-A0B7-FBEF-C057-36AC506D3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172" y="2890032"/>
            <a:ext cx="6005809" cy="321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4B03-6629-3A85-2E91-C9175020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C4FAB68-103F-C921-E503-1F7D737DBD8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결론 및 향후 과제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E3670-C597-766F-AA6E-08EC68BB9957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2</a:t>
            </a:r>
            <a:r>
              <a:rPr lang="ko-KR" altLang="en-US" sz="2400" b="1" dirty="0">
                <a:latin typeface="+mn-ea"/>
              </a:rPr>
              <a:t>주차 계획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7A373-6D33-6FA2-B7D8-9394FB96B79F}"/>
              </a:ext>
            </a:extLst>
          </p:cNvPr>
          <p:cNvSpPr txBox="1"/>
          <p:nvPr/>
        </p:nvSpPr>
        <p:spPr>
          <a:xfrm>
            <a:off x="1291318" y="3901467"/>
            <a:ext cx="882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슬라이드 마스터 공부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  <a:cs typeface="맑은 고딕 Semilight" panose="020B0502040204020203" pitchFamily="50" charset="-127"/>
              </a:rPr>
              <a:t>피드백 적용</a:t>
            </a:r>
            <a:endParaRPr lang="en-US" altLang="ko-KR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r>
              <a:rPr lang="en-US" altLang="ko-KR" dirty="0">
                <a:latin typeface="+mj-ea"/>
                <a:ea typeface="+mj-ea"/>
                <a:cs typeface="맑은 고딕 Semilight" panose="020B0502040204020203" pitchFamily="50" charset="-127"/>
                <a:hlinkClick r:id="rId2"/>
              </a:rPr>
              <a:t>https://github.com/Kimyechan2154/school</a:t>
            </a:r>
            <a:endParaRPr lang="en-US" altLang="ko-KR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pic>
        <p:nvPicPr>
          <p:cNvPr id="7" name="그림 6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9CD7E1-21CC-9BA2-C4C7-6FE1294D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682" y="2033094"/>
            <a:ext cx="2707960" cy="1209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9DB4C7-28F9-EC22-46BD-883C71485C68}"/>
              </a:ext>
            </a:extLst>
          </p:cNvPr>
          <p:cNvSpPr txBox="1"/>
          <p:nvPr/>
        </p:nvSpPr>
        <p:spPr>
          <a:xfrm>
            <a:off x="794823" y="3198113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향후 과제</a:t>
            </a:r>
          </a:p>
        </p:txBody>
      </p:sp>
      <p:pic>
        <p:nvPicPr>
          <p:cNvPr id="10" name="그림 9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CBBB7B-F6AC-10E0-BBC7-CE05DC57A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318" y="5243656"/>
            <a:ext cx="4026780" cy="11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139</Words>
  <Application>Microsoft Office PowerPoint</Application>
  <PresentationFormat>사용자 지정</PresentationFormat>
  <Paragraphs>30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Wingdings</vt:lpstr>
      <vt:lpstr>맑은 고딕</vt:lpstr>
      <vt:lpstr>DX경필고딕B</vt:lpstr>
      <vt:lpstr>Eras Medium ITC</vt:lpstr>
      <vt:lpstr>Arial</vt:lpstr>
      <vt:lpstr>Office 테마</vt:lpstr>
      <vt:lpstr>AES-8bit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2026-02-03T05:47:47Z</dcterms:modified>
</cp:coreProperties>
</file>