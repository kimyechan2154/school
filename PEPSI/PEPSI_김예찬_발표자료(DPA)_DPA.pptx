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62" r:id="rId2"/>
    <p:sldId id="272" r:id="rId3"/>
    <p:sldId id="313" r:id="rId4"/>
    <p:sldId id="303" r:id="rId5"/>
    <p:sldId id="315" r:id="rId6"/>
    <p:sldId id="316" r:id="rId7"/>
    <p:sldId id="314" r:id="rId8"/>
    <p:sldId id="308" r:id="rId9"/>
    <p:sldId id="271" r:id="rId10"/>
  </p:sldIdLst>
  <p:sldSz cx="10691813" cy="7559675"/>
  <p:notesSz cx="6858000" cy="9144000"/>
  <p:embeddedFontLst>
    <p:embeddedFont>
      <p:font typeface="DX경필고딕B" panose="02020600000000000000" pitchFamily="18" charset="-127"/>
      <p:regular r:id="rId13"/>
    </p:embeddedFont>
    <p:embeddedFont>
      <p:font typeface="Eras Medium ITC" panose="020B0602030504020804" pitchFamily="34" charset="0"/>
      <p:regular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723"/>
    <a:srgbClr val="F8F9F7"/>
    <a:srgbClr val="FFFFFF"/>
    <a:srgbClr val="271A6D"/>
    <a:srgbClr val="0D22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8CE347-E4DE-4786-BCF5-0D0EC3575BD5}" v="7" dt="2026-03-09T09:15:31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43" autoAdjust="0"/>
    <p:restoredTop sz="94660"/>
  </p:normalViewPr>
  <p:slideViewPr>
    <p:cSldViewPr snapToGrid="0">
      <p:cViewPr varScale="1">
        <p:scale>
          <a:sx n="72" d="100"/>
          <a:sy n="72" d="100"/>
        </p:scale>
        <p:origin x="124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예찬" userId="17716309b4b9d749" providerId="LiveId" clId="{2E328DF6-B3B2-421F-BB8E-B56430A9223B}"/>
    <pc:docChg chg="undo custSel addSld delSld modSld sldOrd addMainMaster delMainMaster modMainMaster">
      <pc:chgData name="김 예찬" userId="17716309b4b9d749" providerId="LiveId" clId="{2E328DF6-B3B2-421F-BB8E-B56430A9223B}" dt="2026-03-09T09:28:39.315" v="999" actId="1076"/>
      <pc:docMkLst>
        <pc:docMk/>
      </pc:docMkLst>
      <pc:sldChg chg="modSp mod modTransition">
        <pc:chgData name="김 예찬" userId="17716309b4b9d749" providerId="LiveId" clId="{2E328DF6-B3B2-421F-BB8E-B56430A9223B}" dt="2026-03-09T09:28:39.315" v="999" actId="1076"/>
        <pc:sldMkLst>
          <pc:docMk/>
          <pc:sldMk cId="1442428008" sldId="262"/>
        </pc:sldMkLst>
        <pc:spChg chg="mod">
          <ac:chgData name="김 예찬" userId="17716309b4b9d749" providerId="LiveId" clId="{2E328DF6-B3B2-421F-BB8E-B56430A9223B}" dt="2026-03-08T10:19:50.869" v="585" actId="20577"/>
          <ac:spMkLst>
            <pc:docMk/>
            <pc:sldMk cId="1442428008" sldId="262"/>
            <ac:spMk id="2" creationId="{1E37741E-B640-4220-8F6A-C8DBBDCCFBFB}"/>
          </ac:spMkLst>
        </pc:spChg>
        <pc:spChg chg="mod">
          <ac:chgData name="김 예찬" userId="17716309b4b9d749" providerId="LiveId" clId="{2E328DF6-B3B2-421F-BB8E-B56430A9223B}" dt="2026-03-09T09:28:39.315" v="999" actId="1076"/>
          <ac:spMkLst>
            <pc:docMk/>
            <pc:sldMk cId="1442428008" sldId="262"/>
            <ac:spMk id="3" creationId="{A1A913EF-A517-4088-A353-AB57F6BCDF16}"/>
          </ac:spMkLst>
        </pc:spChg>
      </pc:sldChg>
      <pc:sldChg chg="addSp delSp modSp mod modTransition">
        <pc:chgData name="김 예찬" userId="17716309b4b9d749" providerId="LiveId" clId="{2E328DF6-B3B2-421F-BB8E-B56430A9223B}" dt="2026-03-04T13:28:16.841" v="501" actId="478"/>
        <pc:sldMkLst>
          <pc:docMk/>
          <pc:sldMk cId="349536715" sldId="272"/>
        </pc:sldMkLst>
      </pc:sldChg>
      <pc:sldChg chg="addSp delSp modSp mod ord">
        <pc:chgData name="김 예찬" userId="17716309b4b9d749" providerId="LiveId" clId="{2E328DF6-B3B2-421F-BB8E-B56430A9223B}" dt="2026-03-09T03:17:10.271" v="921" actId="1076"/>
        <pc:sldMkLst>
          <pc:docMk/>
          <pc:sldMk cId="3288047407" sldId="303"/>
        </pc:sldMkLst>
        <pc:spChg chg="mod">
          <ac:chgData name="김 예찬" userId="17716309b4b9d749" providerId="LiveId" clId="{2E328DF6-B3B2-421F-BB8E-B56430A9223B}" dt="2026-03-04T13:28:35.315" v="530" actId="20577"/>
          <ac:spMkLst>
            <pc:docMk/>
            <pc:sldMk cId="3288047407" sldId="303"/>
            <ac:spMk id="2" creationId="{DB8C645F-57D8-48C1-8DF8-8AA0E5AF4341}"/>
          </ac:spMkLst>
        </pc:spChg>
        <pc:spChg chg="add del mod">
          <ac:chgData name="김 예찬" userId="17716309b4b9d749" providerId="LiveId" clId="{2E328DF6-B3B2-421F-BB8E-B56430A9223B}" dt="2026-03-08T10:57:59.200" v="643" actId="20577"/>
          <ac:spMkLst>
            <pc:docMk/>
            <pc:sldMk cId="3288047407" sldId="303"/>
            <ac:spMk id="4" creationId="{DE888A42-7793-0BE8-E53B-0965391BC2DC}"/>
          </ac:spMkLst>
        </pc:spChg>
        <pc:spChg chg="del">
          <ac:chgData name="김 예찬" userId="17716309b4b9d749" providerId="LiveId" clId="{2E328DF6-B3B2-421F-BB8E-B56430A9223B}" dt="2026-03-08T10:20:30.540" v="592" actId="478"/>
          <ac:spMkLst>
            <pc:docMk/>
            <pc:sldMk cId="3288047407" sldId="303"/>
            <ac:spMk id="5" creationId="{7E59C884-BF1F-6612-6F62-78EEDC728E98}"/>
          </ac:spMkLst>
        </pc:spChg>
        <pc:spChg chg="del mod">
          <ac:chgData name="김 예찬" userId="17716309b4b9d749" providerId="LiveId" clId="{2E328DF6-B3B2-421F-BB8E-B56430A9223B}" dt="2026-03-08T10:20:31.999" v="594" actId="478"/>
          <ac:spMkLst>
            <pc:docMk/>
            <pc:sldMk cId="3288047407" sldId="303"/>
            <ac:spMk id="9" creationId="{9723089F-6732-2622-ABB5-326D8CAE2428}"/>
          </ac:spMkLst>
        </pc:spChg>
        <pc:spChg chg="del">
          <ac:chgData name="김 예찬" userId="17716309b4b9d749" providerId="LiveId" clId="{2E328DF6-B3B2-421F-BB8E-B56430A9223B}" dt="2026-03-08T10:20:29.344" v="591" actId="478"/>
          <ac:spMkLst>
            <pc:docMk/>
            <pc:sldMk cId="3288047407" sldId="303"/>
            <ac:spMk id="11" creationId="{2C582D61-672F-001F-9037-9E7F40E11C16}"/>
          </ac:spMkLst>
        </pc:spChg>
        <pc:picChg chg="add del mod">
          <ac:chgData name="김 예찬" userId="17716309b4b9d749" providerId="LiveId" clId="{2E328DF6-B3B2-421F-BB8E-B56430A9223B}" dt="2026-03-08T10:57:38.379" v="620" actId="931"/>
          <ac:picMkLst>
            <pc:docMk/>
            <pc:sldMk cId="3288047407" sldId="303"/>
            <ac:picMk id="6" creationId="{1BD3F9DE-8AD8-2C00-A559-B0BED8BEACCE}"/>
          </ac:picMkLst>
        </pc:picChg>
        <pc:picChg chg="add del mod">
          <ac:chgData name="김 예찬" userId="17716309b4b9d749" providerId="LiveId" clId="{2E328DF6-B3B2-421F-BB8E-B56430A9223B}" dt="2026-03-08T10:57:37.647" v="617" actId="931"/>
          <ac:picMkLst>
            <pc:docMk/>
            <pc:sldMk cId="3288047407" sldId="303"/>
            <ac:picMk id="8" creationId="{C56B8E04-FCA1-B719-41A8-3188F9BFBDC9}"/>
          </ac:picMkLst>
        </pc:picChg>
        <pc:picChg chg="add mod">
          <ac:chgData name="김 예찬" userId="17716309b4b9d749" providerId="LiveId" clId="{2E328DF6-B3B2-421F-BB8E-B56430A9223B}" dt="2026-03-09T03:17:10.271" v="921" actId="1076"/>
          <ac:picMkLst>
            <pc:docMk/>
            <pc:sldMk cId="3288047407" sldId="303"/>
            <ac:picMk id="12" creationId="{EDC5AAD4-B195-B5B5-FC1C-7F29D18CFF29}"/>
          </ac:picMkLst>
        </pc:picChg>
      </pc:sldChg>
      <pc:sldChg chg="addSp delSp modSp mod">
        <pc:chgData name="김 예찬" userId="17716309b4b9d749" providerId="LiveId" clId="{2E328DF6-B3B2-421F-BB8E-B56430A9223B}" dt="2026-03-09T09:15:54.416" v="998" actId="2711"/>
        <pc:sldMkLst>
          <pc:docMk/>
          <pc:sldMk cId="3029298294" sldId="308"/>
        </pc:sldMkLst>
        <pc:spChg chg="mod">
          <ac:chgData name="김 예찬" userId="17716309b4b9d749" providerId="LiveId" clId="{2E328DF6-B3B2-421F-BB8E-B56430A9223B}" dt="2026-03-09T09:15:54.416" v="998" actId="2711"/>
          <ac:spMkLst>
            <pc:docMk/>
            <pc:sldMk cId="3029298294" sldId="308"/>
            <ac:spMk id="2" creationId="{DB929F63-DB58-A0EB-16FF-6FA25368B17C}"/>
          </ac:spMkLst>
        </pc:spChg>
        <pc:spChg chg="add mod">
          <ac:chgData name="김 예찬" userId="17716309b4b9d749" providerId="LiveId" clId="{2E328DF6-B3B2-421F-BB8E-B56430A9223B}" dt="2026-03-09T09:15:54.416" v="998" actId="2711"/>
          <ac:spMkLst>
            <pc:docMk/>
            <pc:sldMk cId="3029298294" sldId="308"/>
            <ac:spMk id="3" creationId="{47EBF86C-7DEE-7DF0-C448-CB3F4E78DC48}"/>
          </ac:spMkLst>
        </pc:spChg>
        <pc:spChg chg="del mod">
          <ac:chgData name="김 예찬" userId="17716309b4b9d749" providerId="LiveId" clId="{2E328DF6-B3B2-421F-BB8E-B56430A9223B}" dt="2026-03-09T03:14:42.980" v="918" actId="478"/>
          <ac:spMkLst>
            <pc:docMk/>
            <pc:sldMk cId="3029298294" sldId="308"/>
            <ac:spMk id="4" creationId="{9683FC8A-AC5B-4CB9-F4C5-8A98CDC9353E}"/>
          </ac:spMkLst>
        </pc:spChg>
        <pc:spChg chg="mod">
          <ac:chgData name="김 예찬" userId="17716309b4b9d749" providerId="LiveId" clId="{2E328DF6-B3B2-421F-BB8E-B56430A9223B}" dt="2026-03-09T09:15:54.416" v="998" actId="2711"/>
          <ac:spMkLst>
            <pc:docMk/>
            <pc:sldMk cId="3029298294" sldId="308"/>
            <ac:spMk id="5" creationId="{47164BAE-A83B-5D6F-1BE9-26F79A43523B}"/>
          </ac:spMkLst>
        </pc:spChg>
        <pc:picChg chg="del">
          <ac:chgData name="김 예찬" userId="17716309b4b9d749" providerId="LiveId" clId="{2E328DF6-B3B2-421F-BB8E-B56430A9223B}" dt="2026-03-08T11:17:03.825" v="684" actId="478"/>
          <ac:picMkLst>
            <pc:docMk/>
            <pc:sldMk cId="3029298294" sldId="308"/>
            <ac:picMk id="7" creationId="{511BEDE7-B465-2EC1-CF71-BA9506D21257}"/>
          </ac:picMkLst>
        </pc:picChg>
      </pc:sldChg>
      <pc:sldChg chg="add">
        <pc:chgData name="김 예찬" userId="17716309b4b9d749" providerId="LiveId" clId="{2E328DF6-B3B2-421F-BB8E-B56430A9223B}" dt="2026-03-04T13:28:06.960" v="499" actId="2890"/>
        <pc:sldMkLst>
          <pc:docMk/>
          <pc:sldMk cId="3477258370" sldId="313"/>
        </pc:sldMkLst>
      </pc:sldChg>
      <pc:sldChg chg="modSp add mod">
        <pc:chgData name="김 예찬" userId="17716309b4b9d749" providerId="LiveId" clId="{2E328DF6-B3B2-421F-BB8E-B56430A9223B}" dt="2026-03-04T13:28:22.446" v="502" actId="1076"/>
        <pc:sldMkLst>
          <pc:docMk/>
          <pc:sldMk cId="423094216" sldId="314"/>
        </pc:sldMkLst>
        <pc:spChg chg="mod">
          <ac:chgData name="김 예찬" userId="17716309b4b9d749" providerId="LiveId" clId="{2E328DF6-B3B2-421F-BB8E-B56430A9223B}" dt="2026-03-04T13:28:22.446" v="502" actId="1076"/>
          <ac:spMkLst>
            <pc:docMk/>
            <pc:sldMk cId="423094216" sldId="314"/>
            <ac:spMk id="2" creationId="{C692A332-BFB9-62DB-504B-E9504BF77AF2}"/>
          </ac:spMkLst>
        </pc:spChg>
      </pc:sldChg>
      <pc:sldChg chg="addSp delSp modSp add mod">
        <pc:chgData name="김 예찬" userId="17716309b4b9d749" providerId="LiveId" clId="{2E328DF6-B3B2-421F-BB8E-B56430A9223B}" dt="2026-03-08T23:57:56.957" v="701" actId="1076"/>
        <pc:sldMkLst>
          <pc:docMk/>
          <pc:sldMk cId="2508595213" sldId="315"/>
        </pc:sldMkLst>
        <pc:picChg chg="add mod">
          <ac:chgData name="김 예찬" userId="17716309b4b9d749" providerId="LiveId" clId="{2E328DF6-B3B2-421F-BB8E-B56430A9223B}" dt="2026-03-08T23:57:53.749" v="700" actId="1076"/>
          <ac:picMkLst>
            <pc:docMk/>
            <pc:sldMk cId="2508595213" sldId="315"/>
            <ac:picMk id="5" creationId="{AD9C477B-80C7-1578-DC32-2454F93762AD}"/>
          </ac:picMkLst>
        </pc:picChg>
        <pc:picChg chg="add del mod modCrop">
          <ac:chgData name="김 예찬" userId="17716309b4b9d749" providerId="LiveId" clId="{2E328DF6-B3B2-421F-BB8E-B56430A9223B}" dt="2026-03-08T23:56:24.911" v="685" actId="478"/>
          <ac:picMkLst>
            <pc:docMk/>
            <pc:sldMk cId="2508595213" sldId="315"/>
            <ac:picMk id="7" creationId="{5B42B093-46E2-A8CD-1B27-76250E79D86A}"/>
          </ac:picMkLst>
        </pc:picChg>
        <pc:picChg chg="add mod modCrop">
          <ac:chgData name="김 예찬" userId="17716309b4b9d749" providerId="LiveId" clId="{2E328DF6-B3B2-421F-BB8E-B56430A9223B}" dt="2026-03-08T23:57:56.957" v="701" actId="1076"/>
          <ac:picMkLst>
            <pc:docMk/>
            <pc:sldMk cId="2508595213" sldId="315"/>
            <ac:picMk id="8" creationId="{3A98517A-97B5-56E0-CDD7-AFB959C3A9B8}"/>
          </ac:picMkLst>
        </pc:picChg>
        <pc:picChg chg="del">
          <ac:chgData name="김 예찬" userId="17716309b4b9d749" providerId="LiveId" clId="{2E328DF6-B3B2-421F-BB8E-B56430A9223B}" dt="2026-03-08T10:58:14.398" v="646" actId="478"/>
          <ac:picMkLst>
            <pc:docMk/>
            <pc:sldMk cId="2508595213" sldId="315"/>
            <ac:picMk id="12" creationId="{0637ED28-B298-9608-2529-909E6CC71186}"/>
          </ac:picMkLst>
        </pc:picChg>
      </pc:sldChg>
      <pc:sldChg chg="add del">
        <pc:chgData name="김 예찬" userId="17716309b4b9d749" providerId="LiveId" clId="{2E328DF6-B3B2-421F-BB8E-B56430A9223B}" dt="2026-03-08T10:58:08.054" v="644" actId="2696"/>
        <pc:sldMkLst>
          <pc:docMk/>
          <pc:sldMk cId="3076789774" sldId="315"/>
        </pc:sldMkLst>
      </pc:sldChg>
      <pc:sldChg chg="addSp delSp modSp add mod">
        <pc:chgData name="김 예찬" userId="17716309b4b9d749" providerId="LiveId" clId="{2E328DF6-B3B2-421F-BB8E-B56430A9223B}" dt="2026-03-08T10:59:13.700" v="683" actId="27614"/>
        <pc:sldMkLst>
          <pc:docMk/>
          <pc:sldMk cId="1530277245" sldId="316"/>
        </pc:sldMkLst>
        <pc:spChg chg="mod">
          <ac:chgData name="김 예찬" userId="17716309b4b9d749" providerId="LiveId" clId="{2E328DF6-B3B2-421F-BB8E-B56430A9223B}" dt="2026-03-08T10:58:59.578" v="678" actId="20577"/>
          <ac:spMkLst>
            <pc:docMk/>
            <pc:sldMk cId="1530277245" sldId="316"/>
            <ac:spMk id="4" creationId="{CC941B3F-8858-0A85-AD36-642CA28863B3}"/>
          </ac:spMkLst>
        </pc:spChg>
        <pc:picChg chg="del">
          <ac:chgData name="김 예찬" userId="17716309b4b9d749" providerId="LiveId" clId="{2E328DF6-B3B2-421F-BB8E-B56430A9223B}" dt="2026-03-08T10:58:55.645" v="664" actId="478"/>
          <ac:picMkLst>
            <pc:docMk/>
            <pc:sldMk cId="1530277245" sldId="316"/>
            <ac:picMk id="5" creationId="{7FE21B1B-6BD7-F002-A589-2F46CED87779}"/>
          </ac:picMkLst>
        </pc:picChg>
        <pc:picChg chg="add mod">
          <ac:chgData name="김 예찬" userId="17716309b4b9d749" providerId="LiveId" clId="{2E328DF6-B3B2-421F-BB8E-B56430A9223B}" dt="2026-03-08T10:59:13.700" v="683" actId="27614"/>
          <ac:picMkLst>
            <pc:docMk/>
            <pc:sldMk cId="1530277245" sldId="316"/>
            <ac:picMk id="6" creationId="{027C768B-1AB6-9564-9997-1EA4C066AE78}"/>
          </ac:picMkLst>
        </pc:picChg>
        <pc:picChg chg="del">
          <ac:chgData name="김 예찬" userId="17716309b4b9d749" providerId="LiveId" clId="{2E328DF6-B3B2-421F-BB8E-B56430A9223B}" dt="2026-03-08T10:58:56.121" v="665" actId="478"/>
          <ac:picMkLst>
            <pc:docMk/>
            <pc:sldMk cId="1530277245" sldId="316"/>
            <ac:picMk id="7" creationId="{C401207E-4074-7927-2C49-9CF5C2B638B9}"/>
          </ac:picMkLst>
        </pc:picChg>
      </pc:sldChg>
      <pc:sldMasterChg chg="modSp mod addSldLayout modSldLayout sldLayoutOrd">
        <pc:chgData name="김 예찬" userId="17716309b4b9d749" providerId="LiveId" clId="{2E328DF6-B3B2-421F-BB8E-B56430A9223B}" dt="2026-03-09T09:15:31.567" v="997" actId="2711"/>
        <pc:sldMasterMkLst>
          <pc:docMk/>
          <pc:sldMasterMk cId="1057648596" sldId="2147483660"/>
        </pc:sldMasterMkLst>
        <pc:spChg chg="mod">
          <ac:chgData name="김 예찬" userId="17716309b4b9d749" providerId="LiveId" clId="{2E328DF6-B3B2-421F-BB8E-B56430A9223B}" dt="2026-03-09T09:15:23.354" v="996" actId="2711"/>
          <ac:spMkLst>
            <pc:docMk/>
            <pc:sldMasterMk cId="1057648596" sldId="2147483660"/>
            <ac:spMk id="3" creationId="{00000000-0000-0000-0000-000000000000}"/>
          </ac:spMkLst>
        </pc:spChg>
        <pc:spChg chg="mod">
          <ac:chgData name="김 예찬" userId="17716309b4b9d749" providerId="LiveId" clId="{2E328DF6-B3B2-421F-BB8E-B56430A9223B}" dt="2026-03-09T09:15:31.567" v="997" actId="2711"/>
          <ac:spMkLst>
            <pc:docMk/>
            <pc:sldMasterMk cId="1057648596" sldId="2147483660"/>
            <ac:spMk id="15" creationId="{C7E2276B-FCB6-4F9C-AE3A-B3E1B6A44CDE}"/>
          </ac:spMkLst>
        </pc:spChg>
        <pc:sldLayoutChg chg="addSp delSp modSp mod">
          <pc:chgData name="김 예찬" userId="17716309b4b9d749" providerId="LiveId" clId="{2E328DF6-B3B2-421F-BB8E-B56430A9223B}" dt="2026-03-04T13:25:56.191" v="379" actId="20577"/>
          <pc:sldLayoutMkLst>
            <pc:docMk/>
            <pc:sldMasterMk cId="1057648596" sldId="2147483660"/>
            <pc:sldLayoutMk cId="1118882344" sldId="2147483661"/>
          </pc:sldLayoutMkLst>
          <pc:spChg chg="mod">
            <ac:chgData name="김 예찬" userId="17716309b4b9d749" providerId="LiveId" clId="{2E328DF6-B3B2-421F-BB8E-B56430A9223B}" dt="2026-03-04T13:25:48.224" v="376" actId="20577"/>
            <ac:spMkLst>
              <pc:docMk/>
              <pc:sldMasterMk cId="1057648596" sldId="2147483660"/>
              <pc:sldLayoutMk cId="1118882344" sldId="2147483661"/>
              <ac:spMk id="13" creationId="{C6C6B745-75C4-47EB-8A1D-AD86E38D5D30}"/>
            </ac:spMkLst>
          </pc:spChg>
          <pc:spChg chg="mod">
            <ac:chgData name="김 예찬" userId="17716309b4b9d749" providerId="LiveId" clId="{2E328DF6-B3B2-421F-BB8E-B56430A9223B}" dt="2026-03-04T13:25:56.191" v="379" actId="20577"/>
            <ac:spMkLst>
              <pc:docMk/>
              <pc:sldMasterMk cId="1057648596" sldId="2147483660"/>
              <pc:sldLayoutMk cId="1118882344" sldId="2147483661"/>
              <ac:spMk id="14" creationId="{500548BC-409E-420B-8D1B-E43F4729D956}"/>
            </ac:spMkLst>
          </pc:spChg>
        </pc:sldLayoutChg>
        <pc:sldLayoutChg chg="delSp modSp mod">
          <pc:chgData name="김 예찬" userId="17716309b4b9d749" providerId="LiveId" clId="{2E328DF6-B3B2-421F-BB8E-B56430A9223B}" dt="2026-03-04T13:27:53.822" v="497" actId="478"/>
          <pc:sldLayoutMkLst>
            <pc:docMk/>
            <pc:sldMasterMk cId="1057648596" sldId="2147483660"/>
            <pc:sldLayoutMk cId="3445856096" sldId="2147483667"/>
          </pc:sldLayoutMkLst>
          <pc:spChg chg="mod">
            <ac:chgData name="김 예찬" userId="17716309b4b9d749" providerId="LiveId" clId="{2E328DF6-B3B2-421F-BB8E-B56430A9223B}" dt="2026-03-04T13:27:41.830" v="494" actId="20577"/>
            <ac:spMkLst>
              <pc:docMk/>
              <pc:sldMasterMk cId="1057648596" sldId="2147483660"/>
              <pc:sldLayoutMk cId="3445856096" sldId="2147483667"/>
              <ac:spMk id="14" creationId="{636D9A9D-48A9-4F4C-91AD-B88065D43ECC}"/>
            </ac:spMkLst>
          </pc:spChg>
          <pc:spChg chg="mod">
            <ac:chgData name="김 예찬" userId="17716309b4b9d749" providerId="LiveId" clId="{2E328DF6-B3B2-421F-BB8E-B56430A9223B}" dt="2026-03-04T13:27:51.448" v="496"/>
            <ac:spMkLst>
              <pc:docMk/>
              <pc:sldMasterMk cId="1057648596" sldId="2147483660"/>
              <pc:sldLayoutMk cId="3445856096" sldId="2147483667"/>
              <ac:spMk id="15" creationId="{14E7FE4C-EE05-44CA-AC27-A63B4C2ACEB5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F0245CF-FBD6-471D-9E32-1B7A35F68E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1E0AFF-ECE9-4B7D-8D52-36BADAD98A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BC53-2A67-4154-BFE0-0A0F27AA9D85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299528-CFB6-4534-9A61-EBEE474F26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DB1E71-6D7B-4D58-93D3-F2243C9A80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006C15-D088-4D2E-9210-8E326CB242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2761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6DF9C-6B91-4A8D-91A4-2FFB2294EA53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5A4C7-A712-42F9-B478-DB661AC9A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213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FB9DB874-F7D9-4065-83E1-465FFF500240}"/>
              </a:ext>
            </a:extLst>
          </p:cNvPr>
          <p:cNvGrpSpPr/>
          <p:nvPr userDrawn="1"/>
        </p:nvGrpSpPr>
        <p:grpSpPr>
          <a:xfrm>
            <a:off x="-1" y="0"/>
            <a:ext cx="10691814" cy="7619999"/>
            <a:chOff x="-1" y="0"/>
            <a:chExt cx="10691814" cy="761999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4481D5F-E8DE-466C-8D32-00E1C3982D5C}"/>
                </a:ext>
              </a:extLst>
            </p:cNvPr>
            <p:cNvSpPr/>
            <p:nvPr userDrawn="1"/>
          </p:nvSpPr>
          <p:spPr>
            <a:xfrm>
              <a:off x="0" y="1136072"/>
              <a:ext cx="10691813" cy="64839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7534D9F-D777-4A00-9385-46CD348527B4}"/>
                </a:ext>
              </a:extLst>
            </p:cNvPr>
            <p:cNvSpPr/>
            <p:nvPr userDrawn="1"/>
          </p:nvSpPr>
          <p:spPr>
            <a:xfrm>
              <a:off x="-1" y="0"/>
              <a:ext cx="7683501" cy="857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제목 1">
            <a:extLst>
              <a:ext uri="{FF2B5EF4-FFF2-40B4-BE49-F238E27FC236}">
                <a16:creationId xmlns:a16="http://schemas.microsoft.com/office/drawing/2014/main" id="{C6C6B745-75C4-47EB-8A1D-AD86E38D5D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1886" y="2343150"/>
            <a:ext cx="9088041" cy="1106834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latin typeface="DX경필고딕B" panose="02020600000000000000" pitchFamily="18" charset="-127"/>
                <a:ea typeface="DX경필고딕B" panose="02020600000000000000" pitchFamily="18" charset="-127"/>
              </a:defRPr>
            </a:lvl1pPr>
          </a:lstStyle>
          <a:p>
            <a:r>
              <a:rPr lang="en-US" altLang="ko-KR" b="1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DPA</a:t>
            </a:r>
            <a:endParaRPr lang="ko-KR" altLang="en-US" b="1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500548BC-409E-420B-8D1B-E43F4729D9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36477" y="4122980"/>
            <a:ext cx="8018860" cy="1825171"/>
          </a:xfrm>
          <a:prstGeom prst="rect">
            <a:avLst/>
          </a:prstGeom>
        </p:spPr>
        <p:txBody>
          <a:bodyPr anchor="t"/>
          <a:lstStyle>
            <a:lvl1pPr marL="0" indent="0" algn="ctr">
              <a:buFont typeface="Arial" panose="020B0604020202020204" pitchFamily="34" charset="0"/>
              <a:buNone/>
              <a:defRPr>
                <a:latin typeface="DX경필고딕B" panose="02020600000000000000" pitchFamily="18" charset="-127"/>
                <a:ea typeface="DX경필고딕B" panose="02020600000000000000" pitchFamily="18" charset="-127"/>
              </a:defRPr>
            </a:lvl1pPr>
          </a:lstStyle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날짜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2026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년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3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월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9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일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소속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PEPSI</a:t>
            </a: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발표자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김예찬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65C0AD07-CA6B-41D3-B6F7-FB702CA5515F}"/>
              </a:ext>
            </a:extLst>
          </p:cNvPr>
          <p:cNvSpPr/>
          <p:nvPr userDrawn="1"/>
        </p:nvSpPr>
        <p:spPr>
          <a:xfrm flipV="1">
            <a:off x="0" y="0"/>
            <a:ext cx="1036320" cy="1036320"/>
          </a:xfrm>
          <a:prstGeom prst="rtTriangle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E47F849A-415E-4773-BF37-E655293C298E}"/>
              </a:ext>
            </a:extLst>
          </p:cNvPr>
          <p:cNvSpPr/>
          <p:nvPr userDrawn="1"/>
        </p:nvSpPr>
        <p:spPr>
          <a:xfrm rot="10800000" flipV="1">
            <a:off x="9655493" y="6583680"/>
            <a:ext cx="1036320" cy="1036320"/>
          </a:xfrm>
          <a:prstGeom prst="rtTriangle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888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E0DBC7E-C587-45D7-B02A-AB22C629ECFF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24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E38EAEB-FB11-48F8-96DB-61AB9D02F302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AA4354-DF1C-401E-882B-2553998228D5}"/>
              </a:ext>
            </a:extLst>
          </p:cNvPr>
          <p:cNvSpPr/>
          <p:nvPr userDrawn="1"/>
        </p:nvSpPr>
        <p:spPr>
          <a:xfrm>
            <a:off x="1184382" y="577867"/>
            <a:ext cx="1787418" cy="69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0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목차</a:t>
            </a:r>
          </a:p>
        </p:txBody>
      </p:sp>
      <p:pic>
        <p:nvPicPr>
          <p:cNvPr id="8" name="그래픽 7" descr="돋보기">
            <a:extLst>
              <a:ext uri="{FF2B5EF4-FFF2-40B4-BE49-F238E27FC236}">
                <a16:creationId xmlns:a16="http://schemas.microsoft.com/office/drawing/2014/main" id="{CB87553A-025E-4167-92C8-1387432D5C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906" y="577867"/>
            <a:ext cx="698476" cy="698476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36D9A9D-48A9-4F4C-91AD-B88065D43ECC}"/>
              </a:ext>
            </a:extLst>
          </p:cNvPr>
          <p:cNvSpPr/>
          <p:nvPr userDrawn="1"/>
        </p:nvSpPr>
        <p:spPr>
          <a:xfrm>
            <a:off x="485906" y="6208353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2. DPA 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관련 질문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4E7FE4C-EE05-44CA-AC27-A63B4C2ACEB5}"/>
              </a:ext>
            </a:extLst>
          </p:cNvPr>
          <p:cNvSpPr/>
          <p:nvPr userDrawn="1"/>
        </p:nvSpPr>
        <p:spPr>
          <a:xfrm>
            <a:off x="485906" y="1782693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 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과제</a:t>
            </a:r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 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코드 및 결과</a:t>
            </a:r>
          </a:p>
        </p:txBody>
      </p:sp>
    </p:spTree>
    <p:extLst>
      <p:ext uri="{BB962C8B-B14F-4D97-AF65-F5344CB8AC3E}">
        <p14:creationId xmlns:p14="http://schemas.microsoft.com/office/powerpoint/2010/main" val="344585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40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F04F43-AC4A-472F-B541-A84961621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216" y="2145533"/>
            <a:ext cx="3971379" cy="4228729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FBF170-4745-41F2-82D1-A27BE80B24BD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래픽 4" descr="돋보기">
            <a:extLst>
              <a:ext uri="{FF2B5EF4-FFF2-40B4-BE49-F238E27FC236}">
                <a16:creationId xmlns:a16="http://schemas.microsoft.com/office/drawing/2014/main" id="{D9579D36-CA28-4A7D-B433-0679485BB9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906" y="577867"/>
            <a:ext cx="698476" cy="69847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2C2B0E3-3EC8-42A3-922E-037F63F937FF}"/>
              </a:ext>
            </a:extLst>
          </p:cNvPr>
          <p:cNvSpPr/>
          <p:nvPr userDrawn="1"/>
        </p:nvSpPr>
        <p:spPr>
          <a:xfrm>
            <a:off x="1184381" y="625675"/>
            <a:ext cx="3555569" cy="69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altLang="ko-KR" sz="36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Question?</a:t>
            </a:r>
            <a:endParaRPr lang="ko-KR" altLang="en-US" sz="3600" b="1" dirty="0">
              <a:solidFill>
                <a:schemeClr val="tx1"/>
              </a:solidFill>
              <a:latin typeface="Eras Medium ITC" panose="020B0602030504020804" pitchFamily="34" charset="0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728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DE25DDA-3340-4322-89A1-29FE57DAC80E}"/>
              </a:ext>
            </a:extLst>
          </p:cNvPr>
          <p:cNvSpPr/>
          <p:nvPr userDrawn="1"/>
        </p:nvSpPr>
        <p:spPr>
          <a:xfrm>
            <a:off x="0" y="7282675"/>
            <a:ext cx="10684193" cy="276999"/>
          </a:xfrm>
          <a:prstGeom prst="rect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Eras Medium ITC" panose="020B0602030504020804" pitchFamily="34" charset="0"/>
              <a:ea typeface="DX경필고딕B" panose="02020600000000000000" pitchFamily="18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E305E2-E207-4295-87D5-B0281DD7B54B}"/>
              </a:ext>
            </a:extLst>
          </p:cNvPr>
          <p:cNvSpPr txBox="1"/>
          <p:nvPr userDrawn="1"/>
        </p:nvSpPr>
        <p:spPr>
          <a:xfrm>
            <a:off x="9745168" y="7282676"/>
            <a:ext cx="946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7E0F416-4AE2-42A8-B2F5-9BE78CB354BF}" type="slidenum">
              <a:rPr lang="ko-KR" altLang="en-US" sz="1200" b="0" smtClean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pPr algn="ctr"/>
              <a:t>‹#›</a:t>
            </a:fld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/ 10</a:t>
            </a:r>
            <a:endParaRPr lang="ko-KR" altLang="en-US" sz="1200" b="0" dirty="0">
              <a:solidFill>
                <a:schemeClr val="bg1"/>
              </a:solidFill>
              <a:latin typeface="Eras Medium ITC" panose="020B0602030504020804" pitchFamily="34" charset="0"/>
              <a:ea typeface="DX경필고딕B" panose="02020600000000000000" pitchFamily="18" charset="-127"/>
              <a:cs typeface="THE선인장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1C3857-B650-4694-853E-C7AB2483F49B}"/>
              </a:ext>
            </a:extLst>
          </p:cNvPr>
          <p:cNvSpPr txBox="1"/>
          <p:nvPr userDrawn="1"/>
        </p:nvSpPr>
        <p:spPr>
          <a:xfrm>
            <a:off x="3281832" y="7282676"/>
            <a:ext cx="4128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2026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년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02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월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03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일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&lt;AES – 8bit 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구현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&gt;</a:t>
            </a:r>
            <a:endParaRPr lang="ko-KR" altLang="en-US" sz="1200" b="0" dirty="0">
              <a:solidFill>
                <a:schemeClr val="bg1"/>
              </a:solidFill>
              <a:latin typeface="Eras Medium ITC" panose="020B0602030504020804" pitchFamily="34" charset="0"/>
              <a:ea typeface="DX경필고딕B" panose="02020600000000000000" pitchFamily="18" charset="-127"/>
              <a:cs typeface="THE선인장" panose="02020603020101020101" pitchFamily="18" charset="-127"/>
            </a:endParaRP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7E2276B-FCB6-4F9C-AE3A-B3E1B6A44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1" y="872450"/>
            <a:ext cx="9221689" cy="89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0C658E-91C5-4955-82E4-A911C95E7D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backgroundMark x1="31818" y1="13091" x2="31818" y2="13091"/>
                        <a14:backgroundMark x1="32000" y1="13091" x2="62909" y2="9273"/>
                        <a14:backgroundMark x1="62909" y1="9273" x2="80182" y2="127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136" t="13727" r="14469" b="13908"/>
          <a:stretch/>
        </p:blipFill>
        <p:spPr>
          <a:xfrm>
            <a:off x="9831473" y="44450"/>
            <a:ext cx="796841" cy="82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1838167-90FE-4AF7-9775-15E92F652A8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43922" y="0"/>
            <a:ext cx="1787551" cy="8724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764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8" r:id="rId4"/>
    <p:sldLayoutId id="2147483676" r:id="rId5"/>
  </p:sldLayoutIdLst>
  <p:hf sldNum="0" hdr="0" ftr="0" dt="0"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7741E-B640-4220-8F6A-C8DBBDCCFB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DPA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A913EF-A517-4088-A353-AB57F6BCD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2494" y="4109691"/>
            <a:ext cx="8018860" cy="1825171"/>
          </a:xfrm>
        </p:spPr>
        <p:txBody>
          <a:bodyPr/>
          <a:lstStyle/>
          <a:p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2026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년 </a:t>
            </a:r>
            <a:r>
              <a:rPr lang="en-US" altLang="ko-KR" dirty="0"/>
              <a:t>3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월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9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일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  <a:p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PEPSI</a:t>
            </a: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발표자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</a:t>
            </a:r>
            <a:r>
              <a:rPr lang="ko-KR" altLang="en-US" dirty="0"/>
              <a:t>김예찬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2428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36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58538-0C3D-A7B4-3411-7B35826A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ECCA44E-8744-614B-0AB6-78BDA6A2C1D4}"/>
              </a:ext>
            </a:extLst>
          </p:cNvPr>
          <p:cNvSpPr/>
          <p:nvPr/>
        </p:nvSpPr>
        <p:spPr>
          <a:xfrm>
            <a:off x="288131" y="2620385"/>
            <a:ext cx="10115550" cy="438785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258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8C645F-57D8-48C1-8DF8-8AA0E5AF4341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과제 코드 및 결과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88A42-7793-0BE8-E53B-0965391BC2DC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코드 전문</a:t>
            </a:r>
          </a:p>
        </p:txBody>
      </p:sp>
      <p:pic>
        <p:nvPicPr>
          <p:cNvPr id="12" name="그림 11" descr="powerConsumption.trace&#10;&#10;AI 생성 콘텐츠는 정확하지 않을 수 있습니다.">
            <a:extLst>
              <a:ext uri="{FF2B5EF4-FFF2-40B4-BE49-F238E27FC236}">
                <a16:creationId xmlns:a16="http://schemas.microsoft.com/office/drawing/2014/main" id="{EDC5AAD4-B195-B5B5-FC1C-7F29D18CF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977" y="1330212"/>
            <a:ext cx="6212506" cy="596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047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C31FA-8978-FA8B-47EC-66CCB991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220D453-7693-A86B-DA4F-498FF61415C1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과제 코드 및 결과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E13229-FAD7-2815-D66E-9F5528DD97C0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코드 전문</a:t>
            </a:r>
          </a:p>
        </p:txBody>
      </p:sp>
      <p:pic>
        <p:nvPicPr>
          <p:cNvPr id="5" name="그림 4" descr="powerConsumption.trace&#10;&#10;AI 생성 콘텐츠는 정확하지 않을 수 있습니다.">
            <a:extLst>
              <a:ext uri="{FF2B5EF4-FFF2-40B4-BE49-F238E27FC236}">
                <a16:creationId xmlns:a16="http://schemas.microsoft.com/office/drawing/2014/main" id="{AD9C477B-80C7-1578-DC32-2454F9376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46" y="2597953"/>
            <a:ext cx="7121236" cy="1593047"/>
          </a:xfrm>
          <a:prstGeom prst="rect">
            <a:avLst/>
          </a:prstGeom>
        </p:spPr>
      </p:pic>
      <p:pic>
        <p:nvPicPr>
          <p:cNvPr id="8" name="그림 7" descr="powerConsumption.trace&#10;&#10;AI 생성 콘텐츠는 정확하지 않을 수 있습니다.">
            <a:extLst>
              <a:ext uri="{FF2B5EF4-FFF2-40B4-BE49-F238E27FC236}">
                <a16:creationId xmlns:a16="http://schemas.microsoft.com/office/drawing/2014/main" id="{3A98517A-97B5-56E0-CDD7-AFB959C3A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536" b="30924"/>
          <a:stretch>
            <a:fillRect/>
          </a:stretch>
        </p:blipFill>
        <p:spPr>
          <a:xfrm>
            <a:off x="1052946" y="4870450"/>
            <a:ext cx="6945399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595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8D5F1-FB40-10E3-3E4D-0936A79A9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72C96A3-0D70-BC63-424B-3081BE616C6C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과제 코드 및 결과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941B3F-8858-0A85-AD36-642CA28863B3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결과</a:t>
            </a:r>
          </a:p>
        </p:txBody>
      </p:sp>
      <p:pic>
        <p:nvPicPr>
          <p:cNvPr id="6" name="그림 5" descr="The image shows a text snippet from a Korean version of Microsoft Visual Studio's debugging window, displaying the number of lines and points in the debugging session, and a message indicating the end of the debugging process, followed by instructions to close the window.&#10;&#10;AI 생성 콘텐츠는 정확하지 않을 수 있습니다.">
            <a:extLst>
              <a:ext uri="{FF2B5EF4-FFF2-40B4-BE49-F238E27FC236}">
                <a16:creationId xmlns:a16="http://schemas.microsoft.com/office/drawing/2014/main" id="{027C768B-1AB6-9564-9997-1EA4C066A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06" y="2327580"/>
            <a:ext cx="6591138" cy="340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277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7832C-996C-87CD-5BEB-B52067745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692A332-BFB9-62DB-504B-E9504BF77AF2}"/>
              </a:ext>
            </a:extLst>
          </p:cNvPr>
          <p:cNvSpPr/>
          <p:nvPr/>
        </p:nvSpPr>
        <p:spPr>
          <a:xfrm>
            <a:off x="352786" y="1705985"/>
            <a:ext cx="10115550" cy="438785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094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F0585-FFB9-193E-3F1C-E4FCA0AE9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929F63-DB58-A0EB-16FF-6FA25368B17C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+mn-ea"/>
              </a:rPr>
              <a:t>2. DPA </a:t>
            </a:r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관련 질문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64BAE-A83B-5D6F-1BE9-26F79A43523B}"/>
              </a:ext>
            </a:extLst>
          </p:cNvPr>
          <p:cNvSpPr txBox="1"/>
          <p:nvPr/>
        </p:nvSpPr>
        <p:spPr>
          <a:xfrm>
            <a:off x="993718" y="1945640"/>
            <a:ext cx="8704373" cy="96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en-US" altLang="ko-KR" sz="2000" dirty="0">
                <a:latin typeface="+mn-ea"/>
              </a:rPr>
              <a:t>DPA </a:t>
            </a:r>
            <a:r>
              <a:rPr lang="ko-KR" altLang="en-US" sz="2000" dirty="0">
                <a:latin typeface="+mn-ea"/>
              </a:rPr>
              <a:t>공격을 통해 노출될 수 있는 </a:t>
            </a:r>
            <a:r>
              <a:rPr lang="ko-KR" altLang="en-US" sz="2000" dirty="0" err="1">
                <a:latin typeface="+mn-ea"/>
              </a:rPr>
              <a:t>부채널</a:t>
            </a:r>
            <a:r>
              <a:rPr lang="ko-KR" altLang="en-US" sz="2000" dirty="0">
                <a:latin typeface="+mn-ea"/>
              </a:rPr>
              <a:t> 정보를 은닉하기 위한 방법은 어떤 것이 있나요</a:t>
            </a:r>
            <a:r>
              <a:rPr lang="en-US" altLang="ko-KR" sz="2000" dirty="0">
                <a:latin typeface="+mn-ea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EBF86C-7DEE-7DF0-C448-CB3F4E78DC48}"/>
              </a:ext>
            </a:extLst>
          </p:cNvPr>
          <p:cNvSpPr txBox="1"/>
          <p:nvPr/>
        </p:nvSpPr>
        <p:spPr>
          <a:xfrm>
            <a:off x="993719" y="3370248"/>
            <a:ext cx="8704373" cy="96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>
                <a:latin typeface="+mn-ea"/>
              </a:rPr>
              <a:t>평균의 차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분석 결과가 사용이 될 수 있게 되는 최소한의 파형 수 기준은 어떻게 산출합니까</a:t>
            </a:r>
            <a:r>
              <a:rPr lang="en-US" altLang="ko-KR" sz="2000" dirty="0">
                <a:latin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29298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843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Eras Medium ITC"/>
        <a:ea typeface="DX경필고딕B"/>
        <a:cs typeface=""/>
      </a:majorFont>
      <a:minorFont>
        <a:latin typeface="Eras Medium ITC"/>
        <a:ea typeface="DX경필고딕B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73</Words>
  <Application>Microsoft Office PowerPoint</Application>
  <PresentationFormat>사용자 지정</PresentationFormat>
  <Paragraphs>13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맑은 고딕</vt:lpstr>
      <vt:lpstr>DX경필고딕B</vt:lpstr>
      <vt:lpstr>Arial</vt:lpstr>
      <vt:lpstr>Eras Medium ITC</vt:lpstr>
      <vt:lpstr>Wingdings</vt:lpstr>
      <vt:lpstr>Office 테마</vt:lpstr>
      <vt:lpstr>DPA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(정보보안암호수학과)문혜원</dc:creator>
  <cp:lastModifiedBy>김 예찬</cp:lastModifiedBy>
  <cp:revision>47</cp:revision>
  <dcterms:created xsi:type="dcterms:W3CDTF">2019-12-19T07:33:02Z</dcterms:created>
  <dcterms:modified xsi:type="dcterms:W3CDTF">2026-03-09T09:28:49Z</dcterms:modified>
</cp:coreProperties>
</file>