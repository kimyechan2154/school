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62" r:id="rId2"/>
    <p:sldId id="272" r:id="rId3"/>
    <p:sldId id="303" r:id="rId4"/>
    <p:sldId id="308" r:id="rId5"/>
    <p:sldId id="311" r:id="rId6"/>
    <p:sldId id="310" r:id="rId7"/>
    <p:sldId id="309" r:id="rId8"/>
    <p:sldId id="312" r:id="rId9"/>
    <p:sldId id="307" r:id="rId10"/>
    <p:sldId id="271" r:id="rId11"/>
  </p:sldIdLst>
  <p:sldSz cx="10691813" cy="7559675"/>
  <p:notesSz cx="6858000" cy="9144000"/>
  <p:embeddedFontLst>
    <p:embeddedFont>
      <p:font typeface="DX경필고딕B" panose="02020600000000000000" pitchFamily="18" charset="-127"/>
      <p:regular r:id="rId14"/>
    </p:embeddedFont>
    <p:embeddedFont>
      <p:font typeface="Eras Medium ITC" panose="020B0602030504020804" pitchFamily="34" charset="0"/>
      <p:regular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723"/>
    <a:srgbClr val="F8F9F7"/>
    <a:srgbClr val="FFFFFF"/>
    <a:srgbClr val="271A6D"/>
    <a:srgbClr val="0D22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D1818F-B4D3-4614-8678-91C5E5001155}" v="43" dt="2026-02-03T06:15:16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3" autoAdjust="0"/>
    <p:restoredTop sz="94660"/>
  </p:normalViewPr>
  <p:slideViewPr>
    <p:cSldViewPr snapToGrid="0">
      <p:cViewPr varScale="1">
        <p:scale>
          <a:sx n="72" d="100"/>
          <a:sy n="72" d="100"/>
        </p:scale>
        <p:origin x="124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예찬" userId="17716309b4b9d749" providerId="LiveId" clId="{2E328DF6-B3B2-421F-BB8E-B56430A9223B}"/>
    <pc:docChg chg="undo custSel addSld delSld modSld addMainMaster delMainMaster modMainMaster">
      <pc:chgData name="김 예찬" userId="17716309b4b9d749" providerId="LiveId" clId="{2E328DF6-B3B2-421F-BB8E-B56430A9223B}" dt="2026-02-03T06:29:04.671" v="356" actId="14100"/>
      <pc:docMkLst>
        <pc:docMk/>
      </pc:docMkLst>
      <pc:sldChg chg="modSp mod modTransition">
        <pc:chgData name="김 예찬" userId="17716309b4b9d749" providerId="LiveId" clId="{2E328DF6-B3B2-421F-BB8E-B56430A9223B}" dt="2026-02-03T06:15:11.001" v="353"/>
        <pc:sldMkLst>
          <pc:docMk/>
          <pc:sldMk cId="1442428008" sldId="262"/>
        </pc:sldMkLst>
        <pc:spChg chg="mod">
          <ac:chgData name="김 예찬" userId="17716309b4b9d749" providerId="LiveId" clId="{2E328DF6-B3B2-421F-BB8E-B56430A9223B}" dt="2026-02-01T05:44:58.845" v="81" actId="2711"/>
          <ac:spMkLst>
            <pc:docMk/>
            <pc:sldMk cId="1442428008" sldId="262"/>
            <ac:spMk id="2" creationId="{1E37741E-B640-4220-8F6A-C8DBBDCCFBFB}"/>
          </ac:spMkLst>
        </pc:spChg>
        <pc:spChg chg="mod">
          <ac:chgData name="김 예찬" userId="17716309b4b9d749" providerId="LiveId" clId="{2E328DF6-B3B2-421F-BB8E-B56430A9223B}" dt="2026-02-01T05:41:12.816" v="55" actId="20577"/>
          <ac:spMkLst>
            <pc:docMk/>
            <pc:sldMk cId="1442428008" sldId="262"/>
            <ac:spMk id="3" creationId="{A1A913EF-A517-4088-A353-AB57F6BCDF16}"/>
          </ac:spMkLst>
        </pc:spChg>
      </pc:sldChg>
      <pc:sldChg chg="addSp delSp modSp mod modTransition">
        <pc:chgData name="김 예찬" userId="17716309b4b9d749" providerId="LiveId" clId="{2E328DF6-B3B2-421F-BB8E-B56430A9223B}" dt="2026-02-03T06:15:16.773" v="355"/>
        <pc:sldMkLst>
          <pc:docMk/>
          <pc:sldMk cId="349536715" sldId="272"/>
        </pc:sldMkLst>
        <pc:spChg chg="mod">
          <ac:chgData name="김 예찬" userId="17716309b4b9d749" providerId="LiveId" clId="{2E328DF6-B3B2-421F-BB8E-B56430A9223B}" dt="2026-02-03T06:13:27.904" v="341" actId="1076"/>
          <ac:spMkLst>
            <pc:docMk/>
            <pc:sldMk cId="349536715" sldId="272"/>
            <ac:spMk id="2" creationId="{5008C4B9-0682-4734-A7F8-6FF541D2AEF7}"/>
          </ac:spMkLst>
        </pc:spChg>
      </pc:sldChg>
      <pc:sldChg chg="modSp mod">
        <pc:chgData name="김 예찬" userId="17716309b4b9d749" providerId="LiveId" clId="{2E328DF6-B3B2-421F-BB8E-B56430A9223B}" dt="2026-02-01T14:30:32.629" v="292" actId="20577"/>
        <pc:sldMkLst>
          <pc:docMk/>
          <pc:sldMk cId="3288047407" sldId="303"/>
        </pc:sldMkLst>
        <pc:spChg chg="mod">
          <ac:chgData name="김 예찬" userId="17716309b4b9d749" providerId="LiveId" clId="{2E328DF6-B3B2-421F-BB8E-B56430A9223B}" dt="2026-02-01T14:21:50.078" v="264" actId="20577"/>
          <ac:spMkLst>
            <pc:docMk/>
            <pc:sldMk cId="3288047407" sldId="303"/>
            <ac:spMk id="2" creationId="{DB8C645F-57D8-48C1-8DF8-8AA0E5AF4341}"/>
          </ac:spMkLst>
        </pc:spChg>
        <pc:spChg chg="mod">
          <ac:chgData name="김 예찬" userId="17716309b4b9d749" providerId="LiveId" clId="{2E328DF6-B3B2-421F-BB8E-B56430A9223B}" dt="2026-02-01T14:26:54.005" v="266"/>
          <ac:spMkLst>
            <pc:docMk/>
            <pc:sldMk cId="3288047407" sldId="303"/>
            <ac:spMk id="4" creationId="{DE888A42-7793-0BE8-E53B-0965391BC2DC}"/>
          </ac:spMkLst>
        </pc:spChg>
        <pc:spChg chg="mod">
          <ac:chgData name="김 예찬" userId="17716309b4b9d749" providerId="LiveId" clId="{2E328DF6-B3B2-421F-BB8E-B56430A9223B}" dt="2026-02-01T13:55:58.196" v="238" actId="1076"/>
          <ac:spMkLst>
            <pc:docMk/>
            <pc:sldMk cId="3288047407" sldId="303"/>
            <ac:spMk id="5" creationId="{7E59C884-BF1F-6612-6F62-78EEDC728E98}"/>
          </ac:spMkLst>
        </pc:spChg>
      </pc:sldChg>
      <pc:sldChg chg="modSp mod">
        <pc:chgData name="김 예찬" userId="17716309b4b9d749" providerId="LiveId" clId="{2E328DF6-B3B2-421F-BB8E-B56430A9223B}" dt="2026-02-03T06:29:04.671" v="356" actId="14100"/>
        <pc:sldMkLst>
          <pc:docMk/>
          <pc:sldMk cId="269130095" sldId="307"/>
        </pc:sldMkLst>
        <pc:picChg chg="mod">
          <ac:chgData name="김 예찬" userId="17716309b4b9d749" providerId="LiveId" clId="{2E328DF6-B3B2-421F-BB8E-B56430A9223B}" dt="2026-02-03T06:29:04.671" v="356" actId="14100"/>
          <ac:picMkLst>
            <pc:docMk/>
            <pc:sldMk cId="269130095" sldId="307"/>
            <ac:picMk id="10" creationId="{83CBBB7B-F6AC-10E0-BBC7-CE05DC57A266}"/>
          </ac:picMkLst>
        </pc:picChg>
      </pc:sldChg>
      <pc:sldMasterChg chg="modSp mod addSldLayout modSldLayout sldLayoutOrd">
        <pc:chgData name="김 예찬" userId="17716309b4b9d749" providerId="LiveId" clId="{2E328DF6-B3B2-421F-BB8E-B56430A9223B}" dt="2026-02-03T05:47:38.075" v="340" actId="20577"/>
        <pc:sldMasterMkLst>
          <pc:docMk/>
          <pc:sldMasterMk cId="1057648596" sldId="2147483660"/>
        </pc:sldMasterMkLst>
        <pc:spChg chg="mod">
          <ac:chgData name="김 예찬" userId="17716309b4b9d749" providerId="LiveId" clId="{2E328DF6-B3B2-421F-BB8E-B56430A9223B}" dt="2026-02-03T05:47:38.075" v="340" actId="20577"/>
          <ac:spMkLst>
            <pc:docMk/>
            <pc:sldMasterMk cId="1057648596" sldId="2147483660"/>
            <ac:spMk id="13" creationId="{5AE305E2-E207-4295-87D5-B0281DD7B54B}"/>
          </ac:spMkLst>
        </pc:spChg>
        <pc:spChg chg="mod">
          <ac:chgData name="김 예찬" userId="17716309b4b9d749" providerId="LiveId" clId="{2E328DF6-B3B2-421F-BB8E-B56430A9223B}" dt="2026-02-03T05:47:20.393" v="337" actId="20577"/>
          <ac:spMkLst>
            <pc:docMk/>
            <pc:sldMasterMk cId="1057648596" sldId="2147483660"/>
            <ac:spMk id="14" creationId="{821C3857-B650-4694-853E-C7AB2483F49B}"/>
          </ac:spMkLst>
        </pc:spChg>
        <pc:sldLayoutChg chg="addSp delSp modSp mod">
          <pc:chgData name="김 예찬" userId="17716309b4b9d749" providerId="LiveId" clId="{2E328DF6-B3B2-421F-BB8E-B56430A9223B}" dt="2026-02-01T05:47:20.716" v="193" actId="20577"/>
          <pc:sldLayoutMkLst>
            <pc:docMk/>
            <pc:sldMasterMk cId="1057648596" sldId="2147483660"/>
            <pc:sldLayoutMk cId="1118882344" sldId="2147483661"/>
          </pc:sldLayoutMkLst>
          <pc:spChg chg="mod">
            <ac:chgData name="김 예찬" userId="17716309b4b9d749" providerId="LiveId" clId="{2E328DF6-B3B2-421F-BB8E-B56430A9223B}" dt="2026-02-01T05:46:32.788" v="115" actId="20577"/>
            <ac:spMkLst>
              <pc:docMk/>
              <pc:sldMasterMk cId="1057648596" sldId="2147483660"/>
              <pc:sldLayoutMk cId="1118882344" sldId="2147483661"/>
              <ac:spMk id="13" creationId="{C6C6B745-75C4-47EB-8A1D-AD86E38D5D30}"/>
            </ac:spMkLst>
          </pc:spChg>
          <pc:spChg chg="add del mod">
            <ac:chgData name="김 예찬" userId="17716309b4b9d749" providerId="LiveId" clId="{2E328DF6-B3B2-421F-BB8E-B56430A9223B}" dt="2026-02-01T05:47:20.716" v="193" actId="20577"/>
            <ac:spMkLst>
              <pc:docMk/>
              <pc:sldMasterMk cId="1057648596" sldId="2147483660"/>
              <pc:sldLayoutMk cId="1118882344" sldId="2147483661"/>
              <ac:spMk id="14" creationId="{500548BC-409E-420B-8D1B-E43F4729D956}"/>
            </ac:spMkLst>
          </pc:spChg>
        </pc:sldLayoutChg>
        <pc:sldLayoutChg chg="addSp delSp modSp mod">
          <pc:chgData name="김 예찬" userId="17716309b4b9d749" providerId="LiveId" clId="{2E328DF6-B3B2-421F-BB8E-B56430A9223B}" dt="2026-02-01T06:04:22.203" v="230" actId="478"/>
          <pc:sldLayoutMkLst>
            <pc:docMk/>
            <pc:sldMasterMk cId="1057648596" sldId="2147483660"/>
            <pc:sldLayoutMk cId="2291249272" sldId="2147483662"/>
          </pc:sldLayoutMkLst>
        </pc:sldLayoutChg>
        <pc:sldLayoutChg chg="modSp mod">
          <pc:chgData name="김 예찬" userId="17716309b4b9d749" providerId="LiveId" clId="{2E328DF6-B3B2-421F-BB8E-B56430A9223B}" dt="2026-02-01T05:55:23.175" v="225" actId="207"/>
          <pc:sldLayoutMkLst>
            <pc:docMk/>
            <pc:sldMasterMk cId="1057648596" sldId="2147483660"/>
            <pc:sldLayoutMk cId="3445856096" sldId="2147483667"/>
          </pc:sldLayoutMkLst>
          <pc:spChg chg="mod">
            <ac:chgData name="김 예찬" userId="17716309b4b9d749" providerId="LiveId" clId="{2E328DF6-B3B2-421F-BB8E-B56430A9223B}" dt="2026-02-01T05:55:23.175" v="225" actId="207"/>
            <ac:spMkLst>
              <pc:docMk/>
              <pc:sldMasterMk cId="1057648596" sldId="2147483660"/>
              <pc:sldLayoutMk cId="3445856096" sldId="2147483667"/>
              <ac:spMk id="11" creationId="{60A53632-24C6-45A7-BC29-FEE57122FD2F}"/>
            </ac:spMkLst>
          </pc:spChg>
          <pc:spChg chg="mod">
            <ac:chgData name="김 예찬" userId="17716309b4b9d749" providerId="LiveId" clId="{2E328DF6-B3B2-421F-BB8E-B56430A9223B}" dt="2026-02-01T05:55:23.175" v="225" actId="207"/>
            <ac:spMkLst>
              <pc:docMk/>
              <pc:sldMasterMk cId="1057648596" sldId="2147483660"/>
              <pc:sldLayoutMk cId="3445856096" sldId="2147483667"/>
              <ac:spMk id="14" creationId="{636D9A9D-48A9-4F4C-91AD-B88065D43ECC}"/>
            </ac:spMkLst>
          </pc:spChg>
          <pc:spChg chg="mod">
            <ac:chgData name="김 예찬" userId="17716309b4b9d749" providerId="LiveId" clId="{2E328DF6-B3B2-421F-BB8E-B56430A9223B}" dt="2026-02-01T05:53:13.150" v="220" actId="1076"/>
            <ac:spMkLst>
              <pc:docMk/>
              <pc:sldMasterMk cId="1057648596" sldId="2147483660"/>
              <pc:sldLayoutMk cId="3445856096" sldId="2147483667"/>
              <ac:spMk id="15" creationId="{14E7FE4C-EE05-44CA-AC27-A63B4C2ACEB5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F0245CF-FBD6-471D-9E32-1B7A35F68E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1E0AFF-ECE9-4B7D-8D52-36BADAD98A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BC53-2A67-4154-BFE0-0A0F27AA9D85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299528-CFB6-4534-9A61-EBEE474F26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DB1E71-6D7B-4D58-93D3-F2243C9A80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06C15-D088-4D2E-9210-8E326CB242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2761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6DF9C-6B91-4A8D-91A4-2FFB2294EA53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5A4C7-A712-42F9-B478-DB661AC9A5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213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FB9DB874-F7D9-4065-83E1-465FFF500240}"/>
              </a:ext>
            </a:extLst>
          </p:cNvPr>
          <p:cNvGrpSpPr/>
          <p:nvPr userDrawn="1"/>
        </p:nvGrpSpPr>
        <p:grpSpPr>
          <a:xfrm>
            <a:off x="-1" y="0"/>
            <a:ext cx="10691814" cy="7619999"/>
            <a:chOff x="-1" y="0"/>
            <a:chExt cx="10691814" cy="761999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4481D5F-E8DE-466C-8D32-00E1C3982D5C}"/>
                </a:ext>
              </a:extLst>
            </p:cNvPr>
            <p:cNvSpPr/>
            <p:nvPr userDrawn="1"/>
          </p:nvSpPr>
          <p:spPr>
            <a:xfrm>
              <a:off x="0" y="1136072"/>
              <a:ext cx="10691813" cy="64839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7534D9F-D777-4A00-9385-46CD348527B4}"/>
                </a:ext>
              </a:extLst>
            </p:cNvPr>
            <p:cNvSpPr/>
            <p:nvPr userDrawn="1"/>
          </p:nvSpPr>
          <p:spPr>
            <a:xfrm>
              <a:off x="-1" y="0"/>
              <a:ext cx="7683501" cy="857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제목 1">
            <a:extLst>
              <a:ext uri="{FF2B5EF4-FFF2-40B4-BE49-F238E27FC236}">
                <a16:creationId xmlns:a16="http://schemas.microsoft.com/office/drawing/2014/main" id="{C6C6B745-75C4-47EB-8A1D-AD86E38D5D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1886" y="2343150"/>
            <a:ext cx="9088041" cy="1106834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en-US" altLang="ko-KR" dirty="0"/>
              <a:t>AES-8bit </a:t>
            </a:r>
            <a:r>
              <a:rPr lang="ko-KR" altLang="en-US" dirty="0"/>
              <a:t>구현</a:t>
            </a:r>
            <a:endParaRPr lang="ko-KR" altLang="en-US" b="1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500548BC-409E-420B-8D1B-E43F4729D9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36477" y="4122980"/>
            <a:ext cx="8018860" cy="1825171"/>
          </a:xfrm>
          <a:prstGeom prst="rect">
            <a:avLst/>
          </a:prstGeom>
        </p:spPr>
        <p:txBody>
          <a:bodyPr anchor="t"/>
          <a:lstStyle>
            <a:lvl1pPr marL="0" indent="0" algn="ctr">
              <a:buFont typeface="Arial" panose="020B0604020202020204" pitchFamily="34" charset="0"/>
              <a:buNone/>
              <a:defRPr>
                <a:latin typeface="DX경필고딕B" panose="02020600000000000000" pitchFamily="18" charset="-127"/>
                <a:ea typeface="DX경필고딕B" panose="02020600000000000000" pitchFamily="18" charset="-127"/>
              </a:defRPr>
            </a:lvl1pPr>
          </a:lstStyle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날짜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2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3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소속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65C0AD07-CA6B-41D3-B6F7-FB702CA5515F}"/>
              </a:ext>
            </a:extLst>
          </p:cNvPr>
          <p:cNvSpPr/>
          <p:nvPr userDrawn="1"/>
        </p:nvSpPr>
        <p:spPr>
          <a:xfrm flipV="1">
            <a:off x="0" y="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E47F849A-415E-4773-BF37-E655293C298E}"/>
              </a:ext>
            </a:extLst>
          </p:cNvPr>
          <p:cNvSpPr/>
          <p:nvPr userDrawn="1"/>
        </p:nvSpPr>
        <p:spPr>
          <a:xfrm rot="10800000" flipV="1">
            <a:off x="9655493" y="6583680"/>
            <a:ext cx="1036320" cy="1036320"/>
          </a:xfrm>
          <a:prstGeom prst="rtTriangle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88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E0DBC7E-C587-45D7-B02A-AB22C629ECFF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24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E38EAEB-FB11-48F8-96DB-61AB9D02F302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AA4354-DF1C-401E-882B-2553998228D5}"/>
              </a:ext>
            </a:extLst>
          </p:cNvPr>
          <p:cNvSpPr/>
          <p:nvPr userDrawn="1"/>
        </p:nvSpPr>
        <p:spPr>
          <a:xfrm>
            <a:off x="1184382" y="577867"/>
            <a:ext cx="1787418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0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목차</a:t>
            </a:r>
          </a:p>
        </p:txBody>
      </p:sp>
      <p:pic>
        <p:nvPicPr>
          <p:cNvPr id="8" name="그래픽 7" descr="돋보기">
            <a:extLst>
              <a:ext uri="{FF2B5EF4-FFF2-40B4-BE49-F238E27FC236}">
                <a16:creationId xmlns:a16="http://schemas.microsoft.com/office/drawing/2014/main" id="{CB87553A-025E-4167-92C8-1387432D5C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906" y="577867"/>
            <a:ext cx="698476" cy="698476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0A53632-24C6-45A7-BC29-FEE57122FD2F}"/>
              </a:ext>
            </a:extLst>
          </p:cNvPr>
          <p:cNvSpPr/>
          <p:nvPr userDrawn="1"/>
        </p:nvSpPr>
        <p:spPr>
          <a:xfrm>
            <a:off x="485906" y="399552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핵심 변환 로직 구현 상세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36D9A9D-48A9-4F4C-91AD-B88065D43ECC}"/>
              </a:ext>
            </a:extLst>
          </p:cNvPr>
          <p:cNvSpPr/>
          <p:nvPr userDrawn="1"/>
        </p:nvSpPr>
        <p:spPr>
          <a:xfrm>
            <a:off x="485906" y="620835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3. 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결론 및 향후 과제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4E7FE4C-EE05-44CA-AC27-A63B4C2ACEB5}"/>
              </a:ext>
            </a:extLst>
          </p:cNvPr>
          <p:cNvSpPr/>
          <p:nvPr userDrawn="1"/>
        </p:nvSpPr>
        <p:spPr>
          <a:xfrm>
            <a:off x="485906" y="1782693"/>
            <a:ext cx="9720000" cy="659272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1.</a:t>
            </a:r>
            <a:r>
              <a:rPr lang="ko-KR" altLang="en-US" sz="24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 계획 및 초기 자료조사</a:t>
            </a:r>
          </a:p>
        </p:txBody>
      </p:sp>
    </p:spTree>
    <p:extLst>
      <p:ext uri="{BB962C8B-B14F-4D97-AF65-F5344CB8AC3E}">
        <p14:creationId xmlns:p14="http://schemas.microsoft.com/office/powerpoint/2010/main" val="344585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40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F04F43-AC4A-472F-B541-A84961621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216" y="2145533"/>
            <a:ext cx="3971379" cy="4228729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FBF170-4745-41F2-82D1-A27BE80B24BD}"/>
              </a:ext>
            </a:extLst>
          </p:cNvPr>
          <p:cNvCxnSpPr/>
          <p:nvPr userDrawn="1"/>
        </p:nvCxnSpPr>
        <p:spPr>
          <a:xfrm flipH="1">
            <a:off x="485906" y="1339850"/>
            <a:ext cx="9720000" cy="0"/>
          </a:xfrm>
          <a:prstGeom prst="line">
            <a:avLst/>
          </a:prstGeom>
          <a:ln>
            <a:solidFill>
              <a:srgbClr val="385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래픽 4" descr="돋보기">
            <a:extLst>
              <a:ext uri="{FF2B5EF4-FFF2-40B4-BE49-F238E27FC236}">
                <a16:creationId xmlns:a16="http://schemas.microsoft.com/office/drawing/2014/main" id="{D9579D36-CA28-4A7D-B433-0679485BB9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906" y="577867"/>
            <a:ext cx="698476" cy="69847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2C2B0E3-3EC8-42A3-922E-037F63F937FF}"/>
              </a:ext>
            </a:extLst>
          </p:cNvPr>
          <p:cNvSpPr/>
          <p:nvPr userDrawn="1"/>
        </p:nvSpPr>
        <p:spPr>
          <a:xfrm>
            <a:off x="1184381" y="625675"/>
            <a:ext cx="3555569" cy="698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ko-KR" sz="36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Question?</a:t>
            </a:r>
            <a:endParaRPr lang="ko-KR" altLang="en-US" sz="3600" b="1" dirty="0">
              <a:solidFill>
                <a:schemeClr val="tx1"/>
              </a:solidFill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28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DE25DDA-3340-4322-89A1-29FE57DAC80E}"/>
              </a:ext>
            </a:extLst>
          </p:cNvPr>
          <p:cNvSpPr/>
          <p:nvPr userDrawn="1"/>
        </p:nvSpPr>
        <p:spPr>
          <a:xfrm>
            <a:off x="0" y="7282675"/>
            <a:ext cx="10684193" cy="276999"/>
          </a:xfrm>
          <a:prstGeom prst="rect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Eras Medium ITC" panose="020B0602030504020804" pitchFamily="34" charset="0"/>
              <a:ea typeface="DX경필고딕B" panose="02020600000000000000" pitchFamily="18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305E2-E207-4295-87D5-B0281DD7B54B}"/>
              </a:ext>
            </a:extLst>
          </p:cNvPr>
          <p:cNvSpPr txBox="1"/>
          <p:nvPr userDrawn="1"/>
        </p:nvSpPr>
        <p:spPr>
          <a:xfrm>
            <a:off x="9745168" y="7282676"/>
            <a:ext cx="946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D7E0F416-4AE2-42A8-B2F5-9BE78CB354BF}" type="slidenum">
              <a:rPr lang="ko-KR" altLang="en-US" sz="1200" b="0" smtClean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pPr algn="ctr"/>
              <a:t>‹#›</a:t>
            </a:fld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/ 10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1C3857-B650-4694-853E-C7AB2483F49B}"/>
              </a:ext>
            </a:extLst>
          </p:cNvPr>
          <p:cNvSpPr txBox="1"/>
          <p:nvPr userDrawn="1"/>
        </p:nvSpPr>
        <p:spPr>
          <a:xfrm>
            <a:off x="3281832" y="7282676"/>
            <a:ext cx="4128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2026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년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02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월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03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일 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&lt;AES – 8bit </a:t>
            </a:r>
            <a:r>
              <a:rPr lang="ko-KR" altLang="en-US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구현</a:t>
            </a:r>
            <a:r>
              <a:rPr lang="en-US" altLang="ko-KR" sz="1200" b="0" dirty="0">
                <a:solidFill>
                  <a:schemeClr val="bg1"/>
                </a:solidFill>
                <a:latin typeface="Eras Medium ITC" panose="020B0602030504020804" pitchFamily="34" charset="0"/>
                <a:ea typeface="DX경필고딕B" panose="02020600000000000000" pitchFamily="18" charset="-127"/>
                <a:cs typeface="THE선인장" panose="02020603020101020101" pitchFamily="18" charset="-127"/>
              </a:rPr>
              <a:t>&gt;</a:t>
            </a:r>
            <a:endParaRPr lang="ko-KR" altLang="en-US" sz="1200" b="0" dirty="0">
              <a:solidFill>
                <a:schemeClr val="bg1"/>
              </a:solidFill>
              <a:latin typeface="Eras Medium ITC" panose="020B0602030504020804" pitchFamily="34" charset="0"/>
              <a:ea typeface="DX경필고딕B" panose="02020600000000000000" pitchFamily="18" charset="-127"/>
              <a:cs typeface="THE선인장" panose="02020603020101020101" pitchFamily="18" charset="-127"/>
            </a:endParaRP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E2276B-FCB6-4F9C-AE3A-B3E1B6A4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1" y="872450"/>
            <a:ext cx="9221689" cy="89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0C658E-91C5-4955-82E4-A911C95E7D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31818" y1="13091" x2="31818" y2="13091"/>
                        <a14:backgroundMark x1="32000" y1="13091" x2="62909" y2="9273"/>
                        <a14:backgroundMark x1="62909" y1="9273" x2="80182" y2="127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136" t="13727" r="14469" b="13908"/>
          <a:stretch/>
        </p:blipFill>
        <p:spPr>
          <a:xfrm>
            <a:off x="9831473" y="44450"/>
            <a:ext cx="796841" cy="82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1838167-90FE-4AF7-9775-15E92F652A8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3922" y="0"/>
            <a:ext cx="1787551" cy="8724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764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8" r:id="rId4"/>
    <p:sldLayoutId id="2147483676" r:id="rId5"/>
  </p:sldLayoutIdLst>
  <p:hf sldNum="0" hdr="0" ftr="0" dt="0"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Eras Medium ITC" panose="020B0602030504020804" pitchFamily="34" charset="0"/>
          <a:ea typeface="DX경필고딕B" panose="02020600000000000000" pitchFamily="18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Kimyechan2154/schoo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7741E-B640-4220-8F6A-C8DBBDCCF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AES-8bit </a:t>
            </a:r>
            <a:r>
              <a:rPr lang="ko-KR" altLang="en-US" b="1" dirty="0">
                <a:latin typeface="+mj-ea"/>
                <a:ea typeface="+mj-ea"/>
              </a:rPr>
              <a:t>구현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A913EF-A517-4088-A353-AB57F6BCD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6" y="4109691"/>
            <a:ext cx="8018860" cy="1825171"/>
          </a:xfrm>
        </p:spPr>
        <p:txBody>
          <a:bodyPr/>
          <a:lstStyle/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2026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년 </a:t>
            </a:r>
            <a:r>
              <a:rPr lang="en-US" altLang="ko-KR" dirty="0"/>
              <a:t>2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월 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3</a:t>
            </a:r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일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  <a:p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PEPSI</a:t>
            </a:r>
          </a:p>
          <a:p>
            <a:r>
              <a:rPr lang="ko-KR" altLang="en-US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발표자</a:t>
            </a:r>
            <a:r>
              <a:rPr lang="en-US" altLang="ko-KR" dirty="0">
                <a:latin typeface="DX경필고딕B" panose="02020600000000000000" pitchFamily="18" charset="-127"/>
                <a:ea typeface="DX경필고딕B" panose="02020600000000000000" pitchFamily="18" charset="-127"/>
              </a:rPr>
              <a:t>: </a:t>
            </a:r>
            <a:r>
              <a:rPr lang="ko-KR" altLang="en-US" dirty="0"/>
              <a:t>김예찬</a:t>
            </a:r>
            <a:endParaRPr lang="en-US" altLang="ko-KR" dirty="0"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428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008C4B9-0682-4734-A7F8-6FF541D2AEF7}"/>
              </a:ext>
            </a:extLst>
          </p:cNvPr>
          <p:cNvSpPr/>
          <p:nvPr/>
        </p:nvSpPr>
        <p:spPr>
          <a:xfrm>
            <a:off x="115853" y="1585912"/>
            <a:ext cx="10115550" cy="438785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36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8C645F-57D8-48C1-8DF8-8AA0E5AF4341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1.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계획 및 초기 자료조사</a:t>
            </a:r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 </a:t>
            </a:r>
            <a:endParaRPr lang="ko-KR" altLang="en-US" sz="2800" b="1" dirty="0">
              <a:solidFill>
                <a:schemeClr val="tx1"/>
              </a:solidFill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88A42-7793-0BE8-E53B-0965391BC2DC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계획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9C884-BF1F-6612-6F62-78EEDC728E98}"/>
              </a:ext>
            </a:extLst>
          </p:cNvPr>
          <p:cNvSpPr txBox="1"/>
          <p:nvPr/>
        </p:nvSpPr>
        <p:spPr>
          <a:xfrm>
            <a:off x="1234497" y="4349493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유튜브 영상으로 </a:t>
            </a:r>
            <a:r>
              <a:rPr lang="en-US" altLang="ko-KR" sz="2000" dirty="0"/>
              <a:t>AES </a:t>
            </a:r>
            <a:r>
              <a:rPr lang="ko-KR" altLang="en-US" sz="2000" dirty="0"/>
              <a:t>구조의 데이터 흐름 시각적으로 학습</a:t>
            </a:r>
            <a:endParaRPr lang="en-US" altLang="ko-KR" sz="2000" dirty="0"/>
          </a:p>
        </p:txBody>
      </p:sp>
      <p:pic>
        <p:nvPicPr>
          <p:cNvPr id="8" name="그림 7" descr="텍스트, 폰트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A0A1E0-F29F-D175-F8A5-8756E6ACB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948" y="2033094"/>
            <a:ext cx="4247289" cy="1474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23089F-6732-2622-ABB5-326D8CAE2428}"/>
              </a:ext>
            </a:extLst>
          </p:cNvPr>
          <p:cNvSpPr txBox="1"/>
          <p:nvPr/>
        </p:nvSpPr>
        <p:spPr>
          <a:xfrm>
            <a:off x="1234497" y="4910064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혼돈 확산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MixColumns</a:t>
            </a:r>
            <a:r>
              <a:rPr lang="ko-KR" altLang="en-US" sz="2000" dirty="0"/>
              <a:t>등 심화 내용 </a:t>
            </a:r>
            <a:r>
              <a:rPr lang="en-US" altLang="ko-KR" sz="2000" dirty="0"/>
              <a:t>AI </a:t>
            </a:r>
            <a:r>
              <a:rPr lang="ko-KR" altLang="en-US" sz="2000" dirty="0"/>
              <a:t>사용 심층 학습</a:t>
            </a:r>
            <a:endParaRPr lang="en-US" altLang="ko-KR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82D61-672F-001F-9037-9E7F40E11C16}"/>
              </a:ext>
            </a:extLst>
          </p:cNvPr>
          <p:cNvSpPr txBox="1"/>
          <p:nvPr/>
        </p:nvSpPr>
        <p:spPr>
          <a:xfrm>
            <a:off x="782726" y="3779837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초기 자료조사</a:t>
            </a:r>
          </a:p>
        </p:txBody>
      </p:sp>
    </p:spTree>
    <p:extLst>
      <p:ext uri="{BB962C8B-B14F-4D97-AF65-F5344CB8AC3E}">
        <p14:creationId xmlns:p14="http://schemas.microsoft.com/office/powerpoint/2010/main" val="3288047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0585-FFB9-193E-3F1C-E4FCA0AE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929F63-DB58-A0EB-16FF-6FA25368B17C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핵심 변환 로직 구현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3FC8A-AC5B-4CB9-F4C5-8A98CDC9353E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초기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64BAE-A83B-5D6F-1BE9-26F79A43523B}"/>
              </a:ext>
            </a:extLst>
          </p:cNvPr>
          <p:cNvSpPr txBox="1"/>
          <p:nvPr/>
        </p:nvSpPr>
        <p:spPr>
          <a:xfrm>
            <a:off x="1234497" y="1978770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데이터 타입을 재정의 하고 </a:t>
            </a:r>
            <a:r>
              <a:rPr lang="en-US" altLang="ko-KR" sz="2000" dirty="0"/>
              <a:t>S-</a:t>
            </a:r>
            <a:r>
              <a:rPr lang="en-US" altLang="ko-KR" sz="2000" dirty="0" err="1"/>
              <a:t>Bbox</a:t>
            </a:r>
            <a:r>
              <a:rPr lang="en-US" altLang="ko-KR" sz="2000" dirty="0"/>
              <a:t> </a:t>
            </a:r>
            <a:r>
              <a:rPr lang="ko-KR" altLang="en-US" sz="2000" dirty="0"/>
              <a:t>선언 초기화</a:t>
            </a:r>
            <a:endParaRPr lang="en-US" altLang="ko-KR" sz="2000" dirty="0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1BEDE7-B465-2EC1-CF71-BA9506D21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309" y="2632460"/>
            <a:ext cx="6141358" cy="431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9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96C7F-2F90-9E00-D389-1118A882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0A485E0-C5D7-D1B6-55C2-FAF4D7047DBD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핵심 변환 로직 구현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972B4-471D-C12B-666E-668BBDB2DF4F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 err="1">
                <a:latin typeface="+mn-ea"/>
              </a:rPr>
              <a:t>SubBytes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641C6-ACA3-4E81-2B75-7AB19CD62EFA}"/>
              </a:ext>
            </a:extLst>
          </p:cNvPr>
          <p:cNvSpPr txBox="1"/>
          <p:nvPr/>
        </p:nvSpPr>
        <p:spPr>
          <a:xfrm>
            <a:off x="1234497" y="1978770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선언한 </a:t>
            </a:r>
            <a:r>
              <a:rPr lang="en-US" altLang="ko-KR" sz="2000" dirty="0"/>
              <a:t>S-</a:t>
            </a:r>
            <a:r>
              <a:rPr lang="en-US" altLang="ko-KR" sz="2000" dirty="0" err="1"/>
              <a:t>Bbox</a:t>
            </a:r>
            <a:r>
              <a:rPr lang="en-US" altLang="ko-KR" sz="2000" dirty="0"/>
              <a:t> </a:t>
            </a:r>
            <a:r>
              <a:rPr lang="ko-KR" altLang="en-US" sz="2000" dirty="0"/>
              <a:t>치환 구현</a:t>
            </a:r>
            <a:endParaRPr lang="en-US" altLang="ko-KR" sz="2000" dirty="0"/>
          </a:p>
        </p:txBody>
      </p:sp>
      <p:pic>
        <p:nvPicPr>
          <p:cNvPr id="6" name="그림 5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10CBC6-1D50-D69D-B7A4-5EBF0771A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05" y="3401469"/>
            <a:ext cx="8137236" cy="167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1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FB03A-B110-F8A4-C898-07133013F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9555D5E-D85C-FB6C-A6DD-71BE09B700ED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핵심 변환 로직 구현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651CB2-B249-C409-E7D9-9EE05083227C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b="1" dirty="0" err="1">
                <a:latin typeface="+mn-ea"/>
              </a:rPr>
              <a:t>ShiftRows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08CCB-0EA1-771C-E907-D77E019B5ECB}"/>
              </a:ext>
            </a:extLst>
          </p:cNvPr>
          <p:cNvSpPr txBox="1"/>
          <p:nvPr/>
        </p:nvSpPr>
        <p:spPr>
          <a:xfrm>
            <a:off x="1234497" y="1978770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ko-KR" altLang="en-US" sz="2000" dirty="0"/>
              <a:t>임시 변수 사용해 데이터 위치 변경</a:t>
            </a:r>
            <a:endParaRPr lang="en-US" altLang="ko-KR" sz="2000" dirty="0"/>
          </a:p>
        </p:txBody>
      </p:sp>
      <p:pic>
        <p:nvPicPr>
          <p:cNvPr id="6" name="그림 5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D616C8-6B44-CA36-304D-5225F7CA7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55" y="2709038"/>
            <a:ext cx="5784964" cy="434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0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43141-D4EC-0E2D-BD8D-D2FA40E0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B9BC271-D864-CE32-2036-B6B6FAD8D452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핵심 변환 로직 구현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0DD3E-3045-3AF5-7832-F01A9E0D7C5A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dirty="0" err="1"/>
              <a:t>AddRoundKey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59E7D-86E2-B9C5-C35C-8C3A1430EAF7}"/>
              </a:ext>
            </a:extLst>
          </p:cNvPr>
          <p:cNvSpPr txBox="1"/>
          <p:nvPr/>
        </p:nvSpPr>
        <p:spPr>
          <a:xfrm>
            <a:off x="1234497" y="1978770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n-US" altLang="ko-KR" sz="2000" dirty="0"/>
              <a:t>XOR </a:t>
            </a:r>
            <a:r>
              <a:rPr lang="ko-KR" altLang="en-US" sz="2000" dirty="0"/>
              <a:t>연산자 사용 구현</a:t>
            </a:r>
            <a:endParaRPr lang="en-US" altLang="ko-KR" sz="2000" dirty="0"/>
          </a:p>
        </p:txBody>
      </p:sp>
      <p:pic>
        <p:nvPicPr>
          <p:cNvPr id="6" name="그림 5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689408-4B72-0CE4-DCFE-49C322729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97" y="3409372"/>
            <a:ext cx="8192655" cy="143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202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88202-8184-DA20-3A1D-B4E064C1F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9A4E68F-C1CD-E5B1-8AF0-DE96B97D7EDD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2. </a:t>
            </a:r>
            <a:r>
              <a:rPr lang="ko-KR" altLang="en-US" sz="2800" b="1" dirty="0">
                <a:solidFill>
                  <a:schemeClr val="tx1"/>
                </a:solidFill>
                <a:latin typeface="Eras Medium ITC" panose="020B0602030504020804" pitchFamily="34" charset="0"/>
                <a:ea typeface="DX경필고딕B" panose="02020600000000000000" pitchFamily="18" charset="-127"/>
              </a:rPr>
              <a:t>핵심 변환 로직 구현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A5F4D7-7031-1A14-5A81-EB26D6134300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en-US" altLang="ko-KR" sz="2400" dirty="0" err="1"/>
              <a:t>AES_Encrypt</a:t>
            </a:r>
            <a:endParaRPr lang="ko-KR" altLang="en-US" sz="2400" b="1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3D2FC-914E-D621-C434-6BB03724E92D}"/>
              </a:ext>
            </a:extLst>
          </p:cNvPr>
          <p:cNvSpPr txBox="1"/>
          <p:nvPr/>
        </p:nvSpPr>
        <p:spPr>
          <a:xfrm>
            <a:off x="1234497" y="1978770"/>
            <a:ext cx="8704373" cy="50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808000"/>
              </a:buClr>
              <a:buFont typeface="Wingdings" panose="05000000000000000000" pitchFamily="2" charset="2"/>
              <a:buChar char="l"/>
              <a:tabLst>
                <a:tab pos="450850" algn="l"/>
              </a:tabLst>
            </a:pPr>
            <a:r>
              <a:rPr lang="en-US" altLang="ko-KR" sz="2000" dirty="0" err="1"/>
              <a:t>MixColumns</a:t>
            </a:r>
            <a:r>
              <a:rPr lang="en-US" altLang="ko-KR" sz="2000" dirty="0"/>
              <a:t> </a:t>
            </a:r>
            <a:r>
              <a:rPr lang="ko-KR" altLang="en-US" sz="2000" dirty="0"/>
              <a:t>제외 </a:t>
            </a:r>
            <a:r>
              <a:rPr lang="en-US" altLang="ko-KR" sz="2000" dirty="0"/>
              <a:t>10</a:t>
            </a:r>
            <a:r>
              <a:rPr lang="ko-KR" altLang="en-US" sz="2000" dirty="0"/>
              <a:t>번 반복</a:t>
            </a:r>
            <a:endParaRPr lang="en-US" altLang="ko-KR" sz="2000" dirty="0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B68E45-A0B7-FBEF-C057-36AC506D3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172" y="2890032"/>
            <a:ext cx="6005809" cy="321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9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34B03-6629-3A85-2E91-C9175020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C4FAB68-103F-C921-E503-1F7D737DBD8D}"/>
              </a:ext>
            </a:extLst>
          </p:cNvPr>
          <p:cNvSpPr/>
          <p:nvPr/>
        </p:nvSpPr>
        <p:spPr>
          <a:xfrm>
            <a:off x="485906" y="613789"/>
            <a:ext cx="9721784" cy="71642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3. </a:t>
            </a:r>
            <a:r>
              <a:rPr lang="ko-KR" altLang="en-US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결론 및 향후 과제</a:t>
            </a:r>
            <a:r>
              <a:rPr lang="en-US" altLang="ko-KR" sz="2800" b="1" dirty="0">
                <a:solidFill>
                  <a:schemeClr val="tx1"/>
                </a:solidFill>
                <a:latin typeface="DX경필고딕B" panose="02020600000000000000" pitchFamily="18" charset="-127"/>
                <a:ea typeface="DX경필고딕B" panose="02020600000000000000" pitchFamily="18" charset="-127"/>
              </a:rPr>
              <a:t> </a:t>
            </a:r>
            <a:endParaRPr lang="ko-KR" altLang="en-US" sz="2800" b="1" dirty="0">
              <a:solidFill>
                <a:schemeClr val="tx1"/>
              </a:solidFill>
              <a:latin typeface="DX경필고딕B" panose="02020600000000000000" pitchFamily="18" charset="-127"/>
              <a:ea typeface="DX경필고딕B" panose="02020600000000000000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E3670-C597-766F-AA6E-08EC68BB9957}"/>
              </a:ext>
            </a:extLst>
          </p:cNvPr>
          <p:cNvSpPr txBox="1"/>
          <p:nvPr/>
        </p:nvSpPr>
        <p:spPr>
          <a:xfrm>
            <a:off x="836705" y="1571429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2</a:t>
            </a:r>
            <a:r>
              <a:rPr lang="ko-KR" altLang="en-US" sz="2400" b="1" dirty="0">
                <a:latin typeface="+mn-ea"/>
              </a:rPr>
              <a:t>주차 계획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7A373-6D33-6FA2-B7D8-9394FB96B79F}"/>
              </a:ext>
            </a:extLst>
          </p:cNvPr>
          <p:cNvSpPr txBox="1"/>
          <p:nvPr/>
        </p:nvSpPr>
        <p:spPr>
          <a:xfrm>
            <a:off x="1291318" y="3901467"/>
            <a:ext cx="8824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슬라이드 마스터 공부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  <a:cs typeface="맑은 고딕 Semilight" panose="020B0502040204020203" pitchFamily="50" charset="-127"/>
              </a:rPr>
              <a:t>피드백 적용</a:t>
            </a:r>
            <a:endParaRPr lang="en-US" altLang="ko-KR" dirty="0">
              <a:latin typeface="+mj-ea"/>
              <a:ea typeface="+mj-ea"/>
              <a:cs typeface="맑은 고딕 Semilight" panose="020B0502040204020203" pitchFamily="50" charset="-127"/>
            </a:endParaRPr>
          </a:p>
          <a:p>
            <a:r>
              <a:rPr lang="en-US" altLang="ko-KR" dirty="0">
                <a:latin typeface="+mj-ea"/>
                <a:ea typeface="+mj-ea"/>
                <a:cs typeface="맑은 고딕 Semilight" panose="020B0502040204020203" pitchFamily="50" charset="-127"/>
                <a:hlinkClick r:id="rId2"/>
              </a:rPr>
              <a:t>https://github.com/Kimyechan2154/school</a:t>
            </a:r>
            <a:endParaRPr lang="en-US" altLang="ko-KR" dirty="0">
              <a:latin typeface="+mj-ea"/>
              <a:ea typeface="+mj-ea"/>
              <a:cs typeface="맑은 고딕 Semilight" panose="020B0502040204020203" pitchFamily="50" charset="-127"/>
            </a:endParaRPr>
          </a:p>
        </p:txBody>
      </p:sp>
      <p:pic>
        <p:nvPicPr>
          <p:cNvPr id="7" name="그림 6" descr="텍스트, 폰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9CD7E1-21CC-9BA2-C4C7-6FE1294D1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682" y="2033094"/>
            <a:ext cx="2707960" cy="12090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9DB4C7-28F9-EC22-46BD-883C71485C68}"/>
              </a:ext>
            </a:extLst>
          </p:cNvPr>
          <p:cNvSpPr txBox="1"/>
          <p:nvPr/>
        </p:nvSpPr>
        <p:spPr>
          <a:xfrm>
            <a:off x="794823" y="3198113"/>
            <a:ext cx="9102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85723"/>
              </a:buClr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+mn-ea"/>
              </a:rPr>
              <a:t> 향후 과제</a:t>
            </a:r>
          </a:p>
        </p:txBody>
      </p:sp>
      <p:pic>
        <p:nvPicPr>
          <p:cNvPr id="10" name="그림 9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CBBB7B-F6AC-10E0-BBC7-CE05DC57A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318" y="5243656"/>
            <a:ext cx="5798654" cy="164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0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843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Eras Medium ITC"/>
        <a:ea typeface="DX경필고딕B"/>
        <a:cs typeface=""/>
      </a:majorFont>
      <a:minorFont>
        <a:latin typeface="Eras Medium ITC"/>
        <a:ea typeface="DX경필고딕B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139</Words>
  <Application>Microsoft Office PowerPoint</Application>
  <PresentationFormat>사용자 지정</PresentationFormat>
  <Paragraphs>30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Wingdings</vt:lpstr>
      <vt:lpstr>맑은 고딕</vt:lpstr>
      <vt:lpstr>DX경필고딕B</vt:lpstr>
      <vt:lpstr>Arial</vt:lpstr>
      <vt:lpstr>Eras Medium ITC</vt:lpstr>
      <vt:lpstr>Office 테마</vt:lpstr>
      <vt:lpstr>AES-8bit 구현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(정보보안암호수학과)문혜원</dc:creator>
  <cp:lastModifiedBy>김 예찬</cp:lastModifiedBy>
  <cp:revision>47</cp:revision>
  <dcterms:created xsi:type="dcterms:W3CDTF">2019-12-19T07:33:02Z</dcterms:created>
  <dcterms:modified xsi:type="dcterms:W3CDTF">2026-02-03T06:29:06Z</dcterms:modified>
</cp:coreProperties>
</file>