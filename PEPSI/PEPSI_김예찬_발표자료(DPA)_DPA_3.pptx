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62" r:id="rId2"/>
    <p:sldId id="272" r:id="rId3"/>
    <p:sldId id="313" r:id="rId4"/>
    <p:sldId id="303" r:id="rId5"/>
    <p:sldId id="317" r:id="rId6"/>
    <p:sldId id="318" r:id="rId7"/>
    <p:sldId id="330" r:id="rId8"/>
    <p:sldId id="319" r:id="rId9"/>
    <p:sldId id="331" r:id="rId10"/>
    <p:sldId id="316" r:id="rId11"/>
    <p:sldId id="308" r:id="rId12"/>
    <p:sldId id="271" r:id="rId13"/>
  </p:sldIdLst>
  <p:sldSz cx="10691813" cy="7559675"/>
  <p:notesSz cx="6858000" cy="9144000"/>
  <p:embeddedFontLst>
    <p:embeddedFont>
      <p:font typeface="DX경필고딕B" panose="02020600000000000000" pitchFamily="18" charset="-127"/>
      <p:regular r:id="rId16"/>
    </p:embeddedFont>
    <p:embeddedFont>
      <p:font typeface="Eras Medium ITC" panose="020B0602030504020804" pitchFamily="34" charset="0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F8F9F7"/>
    <a:srgbClr val="FFFFFF"/>
    <a:srgbClr val="271A6D"/>
    <a:srgbClr val="0D2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49F08-9220-48B9-B3C7-44EBBCF1B236}" v="17" dt="2026-03-23T04:57:28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3" autoAdjust="0"/>
    <p:restoredTop sz="94660"/>
  </p:normalViewPr>
  <p:slideViewPr>
    <p:cSldViewPr snapToGrid="0">
      <p:cViewPr varScale="1">
        <p:scale>
          <a:sx n="52" d="100"/>
          <a:sy n="52" d="100"/>
        </p:scale>
        <p:origin x="60" y="7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3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예찬" userId="17716309b4b9d749" providerId="LiveId" clId="{2E328DF6-B3B2-421F-BB8E-B56430A9223B}"/>
    <pc:docChg chg="undo custSel addSld delSld modSld sldOrd addMainMaster delMainMaster modMainMaster">
      <pc:chgData name="김 예찬" userId="17716309b4b9d749" providerId="LiveId" clId="{2E328DF6-B3B2-421F-BB8E-B56430A9223B}" dt="2026-03-23T04:57:48.311" v="2833" actId="20577"/>
      <pc:docMkLst>
        <pc:docMk/>
      </pc:docMkLst>
      <pc:sldChg chg="modSp mod modTransition">
        <pc:chgData name="김 예찬" userId="17716309b4b9d749" providerId="LiveId" clId="{2E328DF6-B3B2-421F-BB8E-B56430A9223B}" dt="2026-03-22T14:26:20.154" v="2076" actId="20577"/>
        <pc:sldMkLst>
          <pc:docMk/>
          <pc:sldMk cId="1442428008" sldId="262"/>
        </pc:sldMkLst>
        <pc:spChg chg="mod">
          <ac:chgData name="김 예찬" userId="17716309b4b9d749" providerId="LiveId" clId="{2E328DF6-B3B2-421F-BB8E-B56430A9223B}" dt="2026-03-16T04:24:57.277" v="1018" actId="20577"/>
          <ac:spMkLst>
            <pc:docMk/>
            <pc:sldMk cId="1442428008" sldId="262"/>
            <ac:spMk id="2" creationId="{1E37741E-B640-4220-8F6A-C8DBBDCCFBFB}"/>
          </ac:spMkLst>
        </pc:spChg>
        <pc:spChg chg="mod">
          <ac:chgData name="김 예찬" userId="17716309b4b9d749" providerId="LiveId" clId="{2E328DF6-B3B2-421F-BB8E-B56430A9223B}" dt="2026-03-22T14:26:20.154" v="2076" actId="20577"/>
          <ac:spMkLst>
            <pc:docMk/>
            <pc:sldMk cId="1442428008" sldId="262"/>
            <ac:spMk id="3" creationId="{A1A913EF-A517-4088-A353-AB57F6BCDF16}"/>
          </ac:spMkLst>
        </pc:spChg>
      </pc:sldChg>
      <pc:sldChg chg="addSp delSp modSp mod modTransition">
        <pc:chgData name="김 예찬" userId="17716309b4b9d749" providerId="LiveId" clId="{2E328DF6-B3B2-421F-BB8E-B56430A9223B}" dt="2026-03-04T13:28:16.841" v="501" actId="478"/>
        <pc:sldMkLst>
          <pc:docMk/>
          <pc:sldMk cId="349536715" sldId="272"/>
        </pc:sldMkLst>
      </pc:sldChg>
      <pc:sldChg chg="addSp delSp modSp mod ord">
        <pc:chgData name="김 예찬" userId="17716309b4b9d749" providerId="LiveId" clId="{2E328DF6-B3B2-421F-BB8E-B56430A9223B}" dt="2026-03-23T03:28:18.612" v="2752" actId="1076"/>
        <pc:sldMkLst>
          <pc:docMk/>
          <pc:sldMk cId="3288047407" sldId="303"/>
        </pc:sldMkLst>
        <pc:spChg chg="mod">
          <ac:chgData name="김 예찬" userId="17716309b4b9d749" providerId="LiveId" clId="{2E328DF6-B3B2-421F-BB8E-B56430A9223B}" dt="2026-03-23T00:51:11.963" v="2182" actId="20577"/>
          <ac:spMkLst>
            <pc:docMk/>
            <pc:sldMk cId="3288047407" sldId="303"/>
            <ac:spMk id="2" creationId="{DB8C645F-57D8-48C1-8DF8-8AA0E5AF4341}"/>
          </ac:spMkLst>
        </pc:spChg>
        <pc:spChg chg="add mod">
          <ac:chgData name="김 예찬" userId="17716309b4b9d749" providerId="LiveId" clId="{2E328DF6-B3B2-421F-BB8E-B56430A9223B}" dt="2026-03-23T03:28:18.612" v="2752" actId="1076"/>
          <ac:spMkLst>
            <pc:docMk/>
            <pc:sldMk cId="3288047407" sldId="303"/>
            <ac:spMk id="3" creationId="{AC98D0E2-A57C-5B66-A3A7-8D71518113EE}"/>
          </ac:spMkLst>
        </pc:spChg>
        <pc:spChg chg="add del mod">
          <ac:chgData name="김 예찬" userId="17716309b4b9d749" providerId="LiveId" clId="{2E328DF6-B3B2-421F-BB8E-B56430A9223B}" dt="2026-03-23T01:33:46.322" v="2319"/>
          <ac:spMkLst>
            <pc:docMk/>
            <pc:sldMk cId="3288047407" sldId="303"/>
            <ac:spMk id="4" creationId="{DE888A42-7793-0BE8-E53B-0965391BC2DC}"/>
          </ac:spMkLst>
        </pc:spChg>
        <pc:spChg chg="add mod">
          <ac:chgData name="김 예찬" userId="17716309b4b9d749" providerId="LiveId" clId="{2E328DF6-B3B2-421F-BB8E-B56430A9223B}" dt="2026-03-23T01:34:39.706" v="2471" actId="20577"/>
          <ac:spMkLst>
            <pc:docMk/>
            <pc:sldMk cId="3288047407" sldId="303"/>
            <ac:spMk id="6" creationId="{105490AA-3AB1-E5B4-C56A-D137026021C8}"/>
          </ac:spMkLst>
        </pc:spChg>
        <pc:picChg chg="add del mod modCrop">
          <ac:chgData name="김 예찬" userId="17716309b4b9d749" providerId="LiveId" clId="{2E328DF6-B3B2-421F-BB8E-B56430A9223B}" dt="2026-03-23T01:32:37.448" v="2251" actId="478"/>
          <ac:picMkLst>
            <pc:docMk/>
            <pc:sldMk cId="3288047407" sldId="303"/>
            <ac:picMk id="5" creationId="{C2510163-B5B6-DCDD-EC17-0393430A0963}"/>
          </ac:picMkLst>
        </pc:picChg>
      </pc:sldChg>
      <pc:sldChg chg="addSp delSp modSp mod">
        <pc:chgData name="김 예찬" userId="17716309b4b9d749" providerId="LiveId" clId="{2E328DF6-B3B2-421F-BB8E-B56430A9223B}" dt="2026-03-23T03:26:26.449" v="2740" actId="27614"/>
        <pc:sldMkLst>
          <pc:docMk/>
          <pc:sldMk cId="3029298294" sldId="308"/>
        </pc:sldMkLst>
        <pc:spChg chg="mod">
          <ac:chgData name="김 예찬" userId="17716309b4b9d749" providerId="LiveId" clId="{2E328DF6-B3B2-421F-BB8E-B56430A9223B}" dt="2026-03-23T03:26:09.696" v="2732" actId="20577"/>
          <ac:spMkLst>
            <pc:docMk/>
            <pc:sldMk cId="3029298294" sldId="308"/>
            <ac:spMk id="2" creationId="{DB929F63-DB58-A0EB-16FF-6FA25368B17C}"/>
          </ac:spMkLst>
        </pc:spChg>
        <pc:spChg chg="add del mod">
          <ac:chgData name="김 예찬" userId="17716309b4b9d749" providerId="LiveId" clId="{2E328DF6-B3B2-421F-BB8E-B56430A9223B}" dt="2026-03-23T03:26:23.342" v="2738" actId="478"/>
          <ac:spMkLst>
            <pc:docMk/>
            <pc:sldMk cId="3029298294" sldId="308"/>
            <ac:spMk id="7" creationId="{830A4101-AE5D-1591-CF9C-9C6F5B1F4AEE}"/>
          </ac:spMkLst>
        </pc:spChg>
        <pc:spChg chg="add del mod">
          <ac:chgData name="김 예찬" userId="17716309b4b9d749" providerId="LiveId" clId="{2E328DF6-B3B2-421F-BB8E-B56430A9223B}" dt="2026-03-23T03:26:25.673" v="2739" actId="478"/>
          <ac:spMkLst>
            <pc:docMk/>
            <pc:sldMk cId="3029298294" sldId="308"/>
            <ac:spMk id="8" creationId="{3CB2E6F5-0229-FF7E-E720-46BD8BE4FB98}"/>
          </ac:spMkLst>
        </pc:spChg>
        <pc:picChg chg="add mod">
          <ac:chgData name="김 예찬" userId="17716309b4b9d749" providerId="LiveId" clId="{2E328DF6-B3B2-421F-BB8E-B56430A9223B}" dt="2026-03-23T03:26:26.449" v="2740" actId="27614"/>
          <ac:picMkLst>
            <pc:docMk/>
            <pc:sldMk cId="3029298294" sldId="308"/>
            <ac:picMk id="4" creationId="{F8CE9FF4-EEE1-EC4D-5C59-51578C112CAA}"/>
          </ac:picMkLst>
        </pc:picChg>
        <pc:picChg chg="add del mod">
          <ac:chgData name="김 예찬" userId="17716309b4b9d749" providerId="LiveId" clId="{2E328DF6-B3B2-421F-BB8E-B56430A9223B}" dt="2026-03-23T03:26:10.744" v="2733" actId="478"/>
          <ac:picMkLst>
            <pc:docMk/>
            <pc:sldMk cId="3029298294" sldId="308"/>
            <ac:picMk id="10" creationId="{E8EB6A42-E04B-6CB8-4BE4-F1E945094E1C}"/>
          </ac:picMkLst>
        </pc:picChg>
      </pc:sldChg>
      <pc:sldChg chg="add">
        <pc:chgData name="김 예찬" userId="17716309b4b9d749" providerId="LiveId" clId="{2E328DF6-B3B2-421F-BB8E-B56430A9223B}" dt="2026-03-04T13:28:06.960" v="499" actId="2890"/>
        <pc:sldMkLst>
          <pc:docMk/>
          <pc:sldMk cId="3477258370" sldId="313"/>
        </pc:sldMkLst>
      </pc:sldChg>
      <pc:sldChg chg="modSp add del mod ord">
        <pc:chgData name="김 예찬" userId="17716309b4b9d749" providerId="LiveId" clId="{2E328DF6-B3B2-421F-BB8E-B56430A9223B}" dt="2026-03-23T03:27:29.031" v="2746" actId="47"/>
        <pc:sldMkLst>
          <pc:docMk/>
          <pc:sldMk cId="423094216" sldId="314"/>
        </pc:sldMkLst>
      </pc:sldChg>
      <pc:sldChg chg="addSp delSp modSp add del mod">
        <pc:chgData name="김 예찬" userId="17716309b4b9d749" providerId="LiveId" clId="{2E328DF6-B3B2-421F-BB8E-B56430A9223B}" dt="2026-03-23T03:27:33.681" v="2747" actId="47"/>
        <pc:sldMkLst>
          <pc:docMk/>
          <pc:sldMk cId="1036871155" sldId="315"/>
        </pc:sldMkLst>
      </pc:sldChg>
      <pc:sldChg chg="addSp modSp add mod ord">
        <pc:chgData name="김 예찬" userId="17716309b4b9d749" providerId="LiveId" clId="{2E328DF6-B3B2-421F-BB8E-B56430A9223B}" dt="2026-03-23T03:27:58.017" v="2751" actId="1076"/>
        <pc:sldMkLst>
          <pc:docMk/>
          <pc:sldMk cId="1773782971" sldId="316"/>
        </pc:sldMkLst>
        <pc:spChg chg="mod">
          <ac:chgData name="김 예찬" userId="17716309b4b9d749" providerId="LiveId" clId="{2E328DF6-B3B2-421F-BB8E-B56430A9223B}" dt="2026-03-16T04:35:25.723" v="1221" actId="14100"/>
          <ac:spMkLst>
            <pc:docMk/>
            <pc:sldMk cId="1773782971" sldId="316"/>
            <ac:spMk id="2" creationId="{80F55634-64DF-5E1C-903E-3372F85F158D}"/>
          </ac:spMkLst>
        </pc:spChg>
        <pc:spChg chg="add mod">
          <ac:chgData name="김 예찬" userId="17716309b4b9d749" providerId="LiveId" clId="{2E328DF6-B3B2-421F-BB8E-B56430A9223B}" dt="2026-03-23T03:27:58.017" v="2751" actId="1076"/>
          <ac:spMkLst>
            <pc:docMk/>
            <pc:sldMk cId="1773782971" sldId="316"/>
            <ac:spMk id="3" creationId="{68BE9A50-D6B4-5A04-A33C-A8A71ED6C6C2}"/>
          </ac:spMkLst>
        </pc:spChg>
      </pc:sldChg>
      <pc:sldChg chg="addSp delSp modSp add mod">
        <pc:chgData name="김 예찬" userId="17716309b4b9d749" providerId="LiveId" clId="{2E328DF6-B3B2-421F-BB8E-B56430A9223B}" dt="2026-03-23T03:17:04.922" v="2561" actId="1076"/>
        <pc:sldMkLst>
          <pc:docMk/>
          <pc:sldMk cId="4180468608" sldId="317"/>
        </pc:sldMkLst>
        <pc:spChg chg="add mod">
          <ac:chgData name="김 예찬" userId="17716309b4b9d749" providerId="LiveId" clId="{2E328DF6-B3B2-421F-BB8E-B56430A9223B}" dt="2026-03-23T03:16:58.558" v="2559" actId="962"/>
          <ac:spMkLst>
            <pc:docMk/>
            <pc:sldMk cId="4180468608" sldId="317"/>
            <ac:spMk id="3" creationId="{3BDF2453-8C78-A681-DA8C-219E99FE7798}"/>
          </ac:spMkLst>
        </pc:spChg>
        <pc:spChg chg="mod">
          <ac:chgData name="김 예찬" userId="17716309b4b9d749" providerId="LiveId" clId="{2E328DF6-B3B2-421F-BB8E-B56430A9223B}" dt="2026-03-23T03:16:55.750" v="2556" actId="1076"/>
          <ac:spMkLst>
            <pc:docMk/>
            <pc:sldMk cId="4180468608" sldId="317"/>
            <ac:spMk id="4" creationId="{425B280C-7C9E-A61A-D570-118B0CDB8BA3}"/>
          </ac:spMkLst>
        </pc:spChg>
        <pc:picChg chg="add del mod">
          <ac:chgData name="김 예찬" userId="17716309b4b9d749" providerId="LiveId" clId="{2E328DF6-B3B2-421F-BB8E-B56430A9223B}" dt="2026-03-23T01:49:23.728" v="2473" actId="478"/>
          <ac:picMkLst>
            <pc:docMk/>
            <pc:sldMk cId="4180468608" sldId="317"/>
            <ac:picMk id="6" creationId="{0885B13D-22C4-D43F-89D1-CB2E8FEE02E4}"/>
          </ac:picMkLst>
        </pc:picChg>
        <pc:picChg chg="add mod">
          <ac:chgData name="김 예찬" userId="17716309b4b9d749" providerId="LiveId" clId="{2E328DF6-B3B2-421F-BB8E-B56430A9223B}" dt="2026-03-23T03:17:04.922" v="2561" actId="1076"/>
          <ac:picMkLst>
            <pc:docMk/>
            <pc:sldMk cId="4180468608" sldId="317"/>
            <ac:picMk id="7" creationId="{53EE43E7-A1A6-CF37-D89D-7E000D4855E2}"/>
          </ac:picMkLst>
        </pc:picChg>
      </pc:sldChg>
      <pc:sldChg chg="addSp delSp modSp add mod">
        <pc:chgData name="김 예찬" userId="17716309b4b9d749" providerId="LiveId" clId="{2E328DF6-B3B2-421F-BB8E-B56430A9223B}" dt="2026-03-23T03:19:42.674" v="2621" actId="20577"/>
        <pc:sldMkLst>
          <pc:docMk/>
          <pc:sldMk cId="610400955" sldId="318"/>
        </pc:sldMkLst>
        <pc:spChg chg="add del mod">
          <ac:chgData name="김 예찬" userId="17716309b4b9d749" providerId="LiveId" clId="{2E328DF6-B3B2-421F-BB8E-B56430A9223B}" dt="2026-03-23T03:17:20.611" v="2562"/>
          <ac:spMkLst>
            <pc:docMk/>
            <pc:sldMk cId="610400955" sldId="318"/>
            <ac:spMk id="4" creationId="{D59610BA-0D64-9952-A0C8-B2F436BF032C}"/>
          </ac:spMkLst>
        </pc:spChg>
        <pc:spChg chg="add mod">
          <ac:chgData name="김 예찬" userId="17716309b4b9d749" providerId="LiveId" clId="{2E328DF6-B3B2-421F-BB8E-B56430A9223B}" dt="2026-03-23T03:19:42.674" v="2621" actId="20577"/>
          <ac:spMkLst>
            <pc:docMk/>
            <pc:sldMk cId="610400955" sldId="318"/>
            <ac:spMk id="6" creationId="{F4CDA2BE-607B-99DE-8746-1B4561755173}"/>
          </ac:spMkLst>
        </pc:spChg>
        <pc:picChg chg="add mod">
          <ac:chgData name="김 예찬" userId="17716309b4b9d749" providerId="LiveId" clId="{2E328DF6-B3B2-421F-BB8E-B56430A9223B}" dt="2026-03-23T03:19:18.170" v="2576" actId="1076"/>
          <ac:picMkLst>
            <pc:docMk/>
            <pc:sldMk cId="610400955" sldId="318"/>
            <ac:picMk id="5" creationId="{9775217E-C7E2-D4F2-B59F-E1DE3408311A}"/>
          </ac:picMkLst>
        </pc:picChg>
        <pc:picChg chg="add del mod">
          <ac:chgData name="김 예찬" userId="17716309b4b9d749" providerId="LiveId" clId="{2E328DF6-B3B2-421F-BB8E-B56430A9223B}" dt="2026-03-23T03:19:09.141" v="2569" actId="478"/>
          <ac:picMkLst>
            <pc:docMk/>
            <pc:sldMk cId="610400955" sldId="318"/>
            <ac:picMk id="8" creationId="{DE368062-EB54-F5CA-BD53-59ABBB225D36}"/>
          </ac:picMkLst>
        </pc:picChg>
      </pc:sldChg>
      <pc:sldChg chg="addSp delSp modSp add mod">
        <pc:chgData name="김 예찬" userId="17716309b4b9d749" providerId="LiveId" clId="{2E328DF6-B3B2-421F-BB8E-B56430A9223B}" dt="2026-03-23T04:57:23.844" v="2802" actId="20577"/>
        <pc:sldMkLst>
          <pc:docMk/>
          <pc:sldMk cId="3753397345" sldId="319"/>
        </pc:sldMkLst>
        <pc:spChg chg="mod">
          <ac:chgData name="김 예찬" userId="17716309b4b9d749" providerId="LiveId" clId="{2E328DF6-B3B2-421F-BB8E-B56430A9223B}" dt="2026-03-23T03:20:35.226" v="2652"/>
          <ac:spMkLst>
            <pc:docMk/>
            <pc:sldMk cId="3753397345" sldId="319"/>
            <ac:spMk id="4" creationId="{F276870B-EBBA-F94E-3BC5-AD268B415F6A}"/>
          </ac:spMkLst>
        </pc:spChg>
        <pc:spChg chg="add mod">
          <ac:chgData name="김 예찬" userId="17716309b4b9d749" providerId="LiveId" clId="{2E328DF6-B3B2-421F-BB8E-B56430A9223B}" dt="2026-03-23T04:57:23.844" v="2802" actId="20577"/>
          <ac:spMkLst>
            <pc:docMk/>
            <pc:sldMk cId="3753397345" sldId="319"/>
            <ac:spMk id="5" creationId="{A4213B75-1819-7277-1E49-C13C94E5780F}"/>
          </ac:spMkLst>
        </pc:spChg>
        <pc:picChg chg="add mod modCrop">
          <ac:chgData name="김 예찬" userId="17716309b4b9d749" providerId="LiveId" clId="{2E328DF6-B3B2-421F-BB8E-B56430A9223B}" dt="2026-03-23T04:55:39.597" v="2758" actId="1076"/>
          <ac:picMkLst>
            <pc:docMk/>
            <pc:sldMk cId="3753397345" sldId="319"/>
            <ac:picMk id="3" creationId="{99BD44DB-DE16-3E83-B2C2-CF1089F8072A}"/>
          </ac:picMkLst>
        </pc:picChg>
        <pc:picChg chg="add del mod">
          <ac:chgData name="김 예찬" userId="17716309b4b9d749" providerId="LiveId" clId="{2E328DF6-B3B2-421F-BB8E-B56430A9223B}" dt="2026-03-23T03:22:08.864" v="2653" actId="478"/>
          <ac:picMkLst>
            <pc:docMk/>
            <pc:sldMk cId="3753397345" sldId="319"/>
            <ac:picMk id="5" creationId="{438B3CD5-8438-33D8-A37B-9E09E9802508}"/>
          </ac:picMkLst>
        </pc:picChg>
        <pc:picChg chg="add del mod">
          <ac:chgData name="김 예찬" userId="17716309b4b9d749" providerId="LiveId" clId="{2E328DF6-B3B2-421F-BB8E-B56430A9223B}" dt="2026-03-23T03:23:38.321" v="2666" actId="21"/>
          <ac:picMkLst>
            <pc:docMk/>
            <pc:sldMk cId="3753397345" sldId="319"/>
            <ac:picMk id="6" creationId="{174F6282-7930-22D3-973F-9AD7CE777C5E}"/>
          </ac:picMkLst>
        </pc:picChg>
        <pc:picChg chg="add mod ord">
          <ac:chgData name="김 예찬" userId="17716309b4b9d749" providerId="LiveId" clId="{2E328DF6-B3B2-421F-BB8E-B56430A9223B}" dt="2026-03-23T04:55:43.521" v="2759" actId="166"/>
          <ac:picMkLst>
            <pc:docMk/>
            <pc:sldMk cId="3753397345" sldId="319"/>
            <ac:picMk id="8" creationId="{6D4848FC-D692-E7E6-DB27-75AB3CF85B88}"/>
          </ac:picMkLst>
        </pc:picChg>
        <pc:picChg chg="add mod">
          <ac:chgData name="김 예찬" userId="17716309b4b9d749" providerId="LiveId" clId="{2E328DF6-B3B2-421F-BB8E-B56430A9223B}" dt="2026-03-23T04:55:16.523" v="2753" actId="1076"/>
          <ac:picMkLst>
            <pc:docMk/>
            <pc:sldMk cId="3753397345" sldId="319"/>
            <ac:picMk id="9" creationId="{011270F5-A473-21D8-955A-4344AC9A2B63}"/>
          </ac:picMkLst>
        </pc:picChg>
      </pc:sldChg>
      <pc:sldChg chg="addSp delSp modSp add del mod">
        <pc:chgData name="김 예찬" userId="17716309b4b9d749" providerId="LiveId" clId="{2E328DF6-B3B2-421F-BB8E-B56430A9223B}" dt="2026-03-23T03:23:48.539" v="2671" actId="47"/>
        <pc:sldMkLst>
          <pc:docMk/>
          <pc:sldMk cId="1060977113" sldId="320"/>
        </pc:sldMkLst>
      </pc:sldChg>
      <pc:sldChg chg="addSp delSp modSp add del mod">
        <pc:chgData name="김 예찬" userId="17716309b4b9d749" providerId="LiveId" clId="{2E328DF6-B3B2-421F-BB8E-B56430A9223B}" dt="2026-03-23T03:23:49.863" v="2672" actId="47"/>
        <pc:sldMkLst>
          <pc:docMk/>
          <pc:sldMk cId="1983091134" sldId="321"/>
        </pc:sldMkLst>
      </pc:sldChg>
      <pc:sldChg chg="modSp add del mod">
        <pc:chgData name="김 예찬" userId="17716309b4b9d749" providerId="LiveId" clId="{2E328DF6-B3B2-421F-BB8E-B56430A9223B}" dt="2026-03-23T03:27:28.219" v="2745" actId="47"/>
        <pc:sldMkLst>
          <pc:docMk/>
          <pc:sldMk cId="1538916945" sldId="322"/>
        </pc:sldMkLst>
      </pc:sldChg>
      <pc:sldChg chg="addSp delSp modSp add del mod">
        <pc:chgData name="김 예찬" userId="17716309b4b9d749" providerId="LiveId" clId="{2E328DF6-B3B2-421F-BB8E-B56430A9223B}" dt="2026-03-23T03:27:26.569" v="2741" actId="47"/>
        <pc:sldMkLst>
          <pc:docMk/>
          <pc:sldMk cId="4268240240" sldId="324"/>
        </pc:sldMkLst>
      </pc:sldChg>
      <pc:sldChg chg="addSp delSp modSp add del mod">
        <pc:chgData name="김 예찬" userId="17716309b4b9d749" providerId="LiveId" clId="{2E328DF6-B3B2-421F-BB8E-B56430A9223B}" dt="2026-03-23T03:27:26.898" v="2742" actId="47"/>
        <pc:sldMkLst>
          <pc:docMk/>
          <pc:sldMk cId="1140591114" sldId="325"/>
        </pc:sldMkLst>
      </pc:sldChg>
      <pc:sldChg chg="addSp delSp modSp add del mod">
        <pc:chgData name="김 예찬" userId="17716309b4b9d749" providerId="LiveId" clId="{2E328DF6-B3B2-421F-BB8E-B56430A9223B}" dt="2026-03-23T03:27:27.272" v="2743" actId="47"/>
        <pc:sldMkLst>
          <pc:docMk/>
          <pc:sldMk cId="1346134337" sldId="326"/>
        </pc:sldMkLst>
      </pc:sldChg>
      <pc:sldChg chg="addSp delSp modSp add del mod">
        <pc:chgData name="김 예찬" userId="17716309b4b9d749" providerId="LiveId" clId="{2E328DF6-B3B2-421F-BB8E-B56430A9223B}" dt="2026-03-23T03:27:27.701" v="2744" actId="47"/>
        <pc:sldMkLst>
          <pc:docMk/>
          <pc:sldMk cId="159034207" sldId="328"/>
        </pc:sldMkLst>
      </pc:sldChg>
      <pc:sldChg chg="addSp delSp modSp add del mod">
        <pc:chgData name="김 예찬" userId="17716309b4b9d749" providerId="LiveId" clId="{2E328DF6-B3B2-421F-BB8E-B56430A9223B}" dt="2026-03-23T03:27:35.023" v="2748" actId="47"/>
        <pc:sldMkLst>
          <pc:docMk/>
          <pc:sldMk cId="2941794254" sldId="329"/>
        </pc:sldMkLst>
      </pc:sldChg>
      <pc:sldChg chg="addSp delSp modSp add mod">
        <pc:chgData name="김 예찬" userId="17716309b4b9d749" providerId="LiveId" clId="{2E328DF6-B3B2-421F-BB8E-B56430A9223B}" dt="2026-03-23T03:20:01.378" v="2651" actId="20577"/>
        <pc:sldMkLst>
          <pc:docMk/>
          <pc:sldMk cId="2155620578" sldId="330"/>
        </pc:sldMkLst>
        <pc:spChg chg="add mod">
          <ac:chgData name="김 예찬" userId="17716309b4b9d749" providerId="LiveId" clId="{2E328DF6-B3B2-421F-BB8E-B56430A9223B}" dt="2026-03-23T03:20:01.378" v="2651" actId="20577"/>
          <ac:spMkLst>
            <pc:docMk/>
            <pc:sldMk cId="2155620578" sldId="330"/>
            <ac:spMk id="6" creationId="{DB3CE5D0-0908-3B83-381E-B559BBBE9C13}"/>
          </ac:spMkLst>
        </pc:spChg>
        <pc:picChg chg="add mod">
          <ac:chgData name="김 예찬" userId="17716309b4b9d749" providerId="LiveId" clId="{2E328DF6-B3B2-421F-BB8E-B56430A9223B}" dt="2026-03-23T03:18:50.730" v="2568" actId="27614"/>
          <ac:picMkLst>
            <pc:docMk/>
            <pc:sldMk cId="2155620578" sldId="330"/>
            <ac:picMk id="5" creationId="{AAC7CD7B-762B-2810-72BC-76341D9E25F9}"/>
          </ac:picMkLst>
        </pc:picChg>
        <pc:picChg chg="del">
          <ac:chgData name="김 예찬" userId="17716309b4b9d749" providerId="LiveId" clId="{2E328DF6-B3B2-421F-BB8E-B56430A9223B}" dt="2026-03-23T03:18:35.116" v="2564" actId="478"/>
          <ac:picMkLst>
            <pc:docMk/>
            <pc:sldMk cId="2155620578" sldId="330"/>
            <ac:picMk id="8" creationId="{17D18967-EEF1-6A58-CA58-5C1400B42AE7}"/>
          </ac:picMkLst>
        </pc:picChg>
      </pc:sldChg>
      <pc:sldChg chg="addSp delSp modSp add mod">
        <pc:chgData name="김 예찬" userId="17716309b4b9d749" providerId="LiveId" clId="{2E328DF6-B3B2-421F-BB8E-B56430A9223B}" dt="2026-03-23T04:57:48.311" v="2833" actId="20577"/>
        <pc:sldMkLst>
          <pc:docMk/>
          <pc:sldMk cId="201391406" sldId="331"/>
        </pc:sldMkLst>
        <pc:spChg chg="add mod">
          <ac:chgData name="김 예찬" userId="17716309b4b9d749" providerId="LiveId" clId="{2E328DF6-B3B2-421F-BB8E-B56430A9223B}" dt="2026-03-23T04:57:48.311" v="2833" actId="20577"/>
          <ac:spMkLst>
            <pc:docMk/>
            <pc:sldMk cId="201391406" sldId="331"/>
            <ac:spMk id="7" creationId="{8C063196-5C96-BEF5-B011-E5DDE497BCEF}"/>
          </ac:spMkLst>
        </pc:spChg>
        <pc:picChg chg="add mod">
          <ac:chgData name="김 예찬" userId="17716309b4b9d749" providerId="LiveId" clId="{2E328DF6-B3B2-421F-BB8E-B56430A9223B}" dt="2026-03-23T04:55:48.712" v="2760"/>
          <ac:picMkLst>
            <pc:docMk/>
            <pc:sldMk cId="201391406" sldId="331"/>
            <ac:picMk id="3" creationId="{328A477D-823C-6AAC-EE42-54AEA3F8BFB5}"/>
          </ac:picMkLst>
        </pc:picChg>
        <pc:picChg chg="add del mod modCrop">
          <ac:chgData name="김 예찬" userId="17716309b4b9d749" providerId="LiveId" clId="{2E328DF6-B3B2-421F-BB8E-B56430A9223B}" dt="2026-03-23T03:24:59.790" v="2686" actId="21"/>
          <ac:picMkLst>
            <pc:docMk/>
            <pc:sldMk cId="201391406" sldId="331"/>
            <ac:picMk id="5" creationId="{011270F5-A473-21D8-955A-4344AC9A2B63}"/>
          </ac:picMkLst>
        </pc:picChg>
        <pc:picChg chg="add mod modCrop">
          <ac:chgData name="김 예찬" userId="17716309b4b9d749" providerId="LiveId" clId="{2E328DF6-B3B2-421F-BB8E-B56430A9223B}" dt="2026-03-23T04:56:24.088" v="2769" actId="1076"/>
          <ac:picMkLst>
            <pc:docMk/>
            <pc:sldMk cId="201391406" sldId="331"/>
            <ac:picMk id="5" creationId="{980078E5-361C-B6BB-7894-32293CFBA2EE}"/>
          </ac:picMkLst>
        </pc:picChg>
        <pc:picChg chg="add mod">
          <ac:chgData name="김 예찬" userId="17716309b4b9d749" providerId="LiveId" clId="{2E328DF6-B3B2-421F-BB8E-B56430A9223B}" dt="2026-03-23T04:55:59.209" v="2762" actId="1076"/>
          <ac:picMkLst>
            <pc:docMk/>
            <pc:sldMk cId="201391406" sldId="331"/>
            <ac:picMk id="6" creationId="{174F6282-7930-22D3-973F-9AD7CE777C5E}"/>
          </ac:picMkLst>
        </pc:picChg>
        <pc:picChg chg="del">
          <ac:chgData name="김 예찬" userId="17716309b4b9d749" providerId="LiveId" clId="{2E328DF6-B3B2-421F-BB8E-B56430A9223B}" dt="2026-03-23T03:23:43.233" v="2668" actId="478"/>
          <ac:picMkLst>
            <pc:docMk/>
            <pc:sldMk cId="201391406" sldId="331"/>
            <ac:picMk id="8" creationId="{49019EB1-97E1-BC49-4C19-38E8BC9E2BC2}"/>
          </ac:picMkLst>
        </pc:picChg>
        <pc:picChg chg="add mod modCrop">
          <ac:chgData name="김 예찬" userId="17716309b4b9d749" providerId="LiveId" clId="{2E328DF6-B3B2-421F-BB8E-B56430A9223B}" dt="2026-03-23T04:55:53.554" v="2761" actId="1076"/>
          <ac:picMkLst>
            <pc:docMk/>
            <pc:sldMk cId="201391406" sldId="331"/>
            <ac:picMk id="9" creationId="{BF63F084-3567-4245-4A7E-8F85C9024976}"/>
          </ac:picMkLst>
        </pc:picChg>
      </pc:sldChg>
      <pc:sldMasterChg chg="modSp mod addSldLayout modSldLayout sldLayoutOrd">
        <pc:chgData name="김 예찬" userId="17716309b4b9d749" providerId="LiveId" clId="{2E328DF6-B3B2-421F-BB8E-B56430A9223B}" dt="2026-03-23T03:27:50.524" v="2750" actId="1076"/>
        <pc:sldMasterMkLst>
          <pc:docMk/>
          <pc:sldMasterMk cId="1057648596" sldId="2147483660"/>
        </pc:sldMasterMkLst>
        <pc:spChg chg="mod">
          <ac:chgData name="김 예찬" userId="17716309b4b9d749" providerId="LiveId" clId="{2E328DF6-B3B2-421F-BB8E-B56430A9223B}" dt="2026-03-09T09:15:23.354" v="996" actId="2711"/>
          <ac:spMkLst>
            <pc:docMk/>
            <pc:sldMasterMk cId="1057648596" sldId="2147483660"/>
            <ac:spMk id="3" creationId="{00000000-0000-0000-0000-000000000000}"/>
          </ac:spMkLst>
        </pc:spChg>
        <pc:spChg chg="mod">
          <ac:chgData name="김 예찬" userId="17716309b4b9d749" providerId="LiveId" clId="{2E328DF6-B3B2-421F-BB8E-B56430A9223B}" dt="2026-03-16T09:03:30.668" v="2054" actId="20577"/>
          <ac:spMkLst>
            <pc:docMk/>
            <pc:sldMasterMk cId="1057648596" sldId="2147483660"/>
            <ac:spMk id="13" creationId="{5AE305E2-E207-4295-87D5-B0281DD7B54B}"/>
          </ac:spMkLst>
        </pc:spChg>
        <pc:spChg chg="mod">
          <ac:chgData name="김 예찬" userId="17716309b4b9d749" providerId="LiveId" clId="{2E328DF6-B3B2-421F-BB8E-B56430A9223B}" dt="2026-03-16T09:03:43.394" v="2065" actId="20577"/>
          <ac:spMkLst>
            <pc:docMk/>
            <pc:sldMasterMk cId="1057648596" sldId="2147483660"/>
            <ac:spMk id="14" creationId="{821C3857-B650-4694-853E-C7AB2483F49B}"/>
          </ac:spMkLst>
        </pc:spChg>
        <pc:spChg chg="mod">
          <ac:chgData name="김 예찬" userId="17716309b4b9d749" providerId="LiveId" clId="{2E328DF6-B3B2-421F-BB8E-B56430A9223B}" dt="2026-03-09T09:15:31.567" v="997" actId="2711"/>
          <ac:spMkLst>
            <pc:docMk/>
            <pc:sldMasterMk cId="1057648596" sldId="2147483660"/>
            <ac:spMk id="15" creationId="{C7E2276B-FCB6-4F9C-AE3A-B3E1B6A44CDE}"/>
          </ac:spMkLst>
        </pc:spChg>
        <pc:sldLayoutChg chg="addSp delSp modSp mod">
          <pc:chgData name="김 예찬" userId="17716309b4b9d749" providerId="LiveId" clId="{2E328DF6-B3B2-421F-BB8E-B56430A9223B}" dt="2026-03-04T13:25:56.191" v="379" actId="20577"/>
          <pc:sldLayoutMkLst>
            <pc:docMk/>
            <pc:sldMasterMk cId="1057648596" sldId="2147483660"/>
            <pc:sldLayoutMk cId="1118882344" sldId="2147483661"/>
          </pc:sldLayoutMkLst>
          <pc:spChg chg="mod">
            <ac:chgData name="김 예찬" userId="17716309b4b9d749" providerId="LiveId" clId="{2E328DF6-B3B2-421F-BB8E-B56430A9223B}" dt="2026-03-04T13:25:48.224" v="376" actId="20577"/>
            <ac:spMkLst>
              <pc:docMk/>
              <pc:sldMasterMk cId="1057648596" sldId="2147483660"/>
              <pc:sldLayoutMk cId="1118882344" sldId="2147483661"/>
              <ac:spMk id="13" creationId="{C6C6B745-75C4-47EB-8A1D-AD86E38D5D30}"/>
            </ac:spMkLst>
          </pc:spChg>
          <pc:spChg chg="mod">
            <ac:chgData name="김 예찬" userId="17716309b4b9d749" providerId="LiveId" clId="{2E328DF6-B3B2-421F-BB8E-B56430A9223B}" dt="2026-03-04T13:25:56.191" v="379" actId="20577"/>
            <ac:spMkLst>
              <pc:docMk/>
              <pc:sldMasterMk cId="1057648596" sldId="2147483660"/>
              <pc:sldLayoutMk cId="1118882344" sldId="2147483661"/>
              <ac:spMk id="14" creationId="{500548BC-409E-420B-8D1B-E43F4729D956}"/>
            </ac:spMkLst>
          </pc:spChg>
        </pc:sldLayoutChg>
        <pc:sldLayoutChg chg="addSp delSp modSp mod">
          <pc:chgData name="김 예찬" userId="17716309b4b9d749" providerId="LiveId" clId="{2E328DF6-B3B2-421F-BB8E-B56430A9223B}" dt="2026-03-23T03:27:50.524" v="2750" actId="1076"/>
          <pc:sldLayoutMkLst>
            <pc:docMk/>
            <pc:sldMasterMk cId="1057648596" sldId="2147483660"/>
            <pc:sldLayoutMk cId="3445856096" sldId="2147483667"/>
          </pc:sldLayoutMkLst>
          <pc:spChg chg="add mod">
            <ac:chgData name="김 예찬" userId="17716309b4b9d749" providerId="LiveId" clId="{2E328DF6-B3B2-421F-BB8E-B56430A9223B}" dt="2026-03-23T03:27:50.524" v="2750" actId="1076"/>
            <ac:spMkLst>
              <pc:docMk/>
              <pc:sldMasterMk cId="1057648596" sldId="2147483660"/>
              <pc:sldLayoutMk cId="3445856096" sldId="2147483667"/>
              <ac:spMk id="2" creationId="{B0BF66B0-FEED-C44B-0960-F3F99E06A718}"/>
            </ac:spMkLst>
          </pc:spChg>
          <pc:spChg chg="mod">
            <ac:chgData name="김 예찬" userId="17716309b4b9d749" providerId="LiveId" clId="{2E328DF6-B3B2-421F-BB8E-B56430A9223B}" dt="2026-03-16T04:34:21.852" v="1187" actId="1076"/>
            <ac:spMkLst>
              <pc:docMk/>
              <pc:sldMasterMk cId="1057648596" sldId="2147483660"/>
              <pc:sldLayoutMk cId="3445856096" sldId="2147483667"/>
              <ac:spMk id="6" creationId="{E1AA4354-DF1C-401E-882B-2553998228D5}"/>
            </ac:spMkLst>
          </pc:spChg>
          <pc:spChg chg="del mod">
            <ac:chgData name="김 예찬" userId="17716309b4b9d749" providerId="LiveId" clId="{2E328DF6-B3B2-421F-BB8E-B56430A9223B}" dt="2026-03-23T03:27:46.962" v="2749" actId="478"/>
            <ac:spMkLst>
              <pc:docMk/>
              <pc:sldMasterMk cId="1057648596" sldId="2147483660"/>
              <pc:sldLayoutMk cId="3445856096" sldId="2147483667"/>
              <ac:spMk id="14" creationId="{636D9A9D-48A9-4F4C-91AD-B88065D43ECC}"/>
            </ac:spMkLst>
          </pc:spChg>
          <pc:spChg chg="add del mod">
            <ac:chgData name="김 예찬" userId="17716309b4b9d749" providerId="LiveId" clId="{2E328DF6-B3B2-421F-BB8E-B56430A9223B}" dt="2026-03-23T00:50:51.718" v="2119" actId="20577"/>
            <ac:spMkLst>
              <pc:docMk/>
              <pc:sldMasterMk cId="1057648596" sldId="2147483660"/>
              <pc:sldLayoutMk cId="3445856096" sldId="2147483667"/>
              <ac:spMk id="15" creationId="{14E7FE4C-EE05-44CA-AC27-A63B4C2ACEB5}"/>
            </ac:spMkLst>
          </pc:spChg>
          <pc:picChg chg="mod">
            <ac:chgData name="김 예찬" userId="17716309b4b9d749" providerId="LiveId" clId="{2E328DF6-B3B2-421F-BB8E-B56430A9223B}" dt="2026-03-16T04:34:21.852" v="1187" actId="1076"/>
            <ac:picMkLst>
              <pc:docMk/>
              <pc:sldMasterMk cId="1057648596" sldId="2147483660"/>
              <pc:sldLayoutMk cId="3445856096" sldId="2147483667"/>
              <ac:picMk id="8" creationId="{CB87553A-025E-4167-92C8-1387432D5CF4}"/>
            </ac:picMkLst>
          </pc:picChg>
          <pc:cxnChg chg="mod">
            <ac:chgData name="김 예찬" userId="17716309b4b9d749" providerId="LiveId" clId="{2E328DF6-B3B2-421F-BB8E-B56430A9223B}" dt="2026-03-16T04:34:21.852" v="1187" actId="1076"/>
            <ac:cxnSpMkLst>
              <pc:docMk/>
              <pc:sldMasterMk cId="1057648596" sldId="2147483660"/>
              <pc:sldLayoutMk cId="3445856096" sldId="2147483667"/>
              <ac:cxnSpMk id="5" creationId="{6E38EAEB-FB11-48F8-96DB-61AB9D02F302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F0245CF-FBD6-471D-9E32-1B7A35F68E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1E0AFF-ECE9-4B7D-8D52-36BADAD98A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BC53-2A67-4154-BFE0-0A0F27AA9D85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299528-CFB6-4534-9A61-EBEE474F26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DB1E71-6D7B-4D58-93D3-F2243C9A80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06C15-D088-4D2E-9210-8E326CB242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276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6DF9C-6B91-4A8D-91A4-2FFB2294EA53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5A4C7-A712-42F9-B478-DB661AC9A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1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FB9DB874-F7D9-4065-83E1-465FFF500240}"/>
              </a:ext>
            </a:extLst>
          </p:cNvPr>
          <p:cNvGrpSpPr/>
          <p:nvPr userDrawn="1"/>
        </p:nvGrpSpPr>
        <p:grpSpPr>
          <a:xfrm>
            <a:off x="-1" y="0"/>
            <a:ext cx="10691814" cy="7619999"/>
            <a:chOff x="-1" y="0"/>
            <a:chExt cx="10691814" cy="761999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4481D5F-E8DE-466C-8D32-00E1C3982D5C}"/>
                </a:ext>
              </a:extLst>
            </p:cNvPr>
            <p:cNvSpPr/>
            <p:nvPr userDrawn="1"/>
          </p:nvSpPr>
          <p:spPr>
            <a:xfrm>
              <a:off x="0" y="1136072"/>
              <a:ext cx="10691813" cy="64839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7534D9F-D777-4A00-9385-46CD348527B4}"/>
                </a:ext>
              </a:extLst>
            </p:cNvPr>
            <p:cNvSpPr/>
            <p:nvPr userDrawn="1"/>
          </p:nvSpPr>
          <p:spPr>
            <a:xfrm>
              <a:off x="-1" y="0"/>
              <a:ext cx="7683501" cy="857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C6C6B745-75C4-47EB-8A1D-AD86E38D5D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1886" y="2343150"/>
            <a:ext cx="9088041" cy="110683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en-US" altLang="ko-KR" b="1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DPA</a:t>
            </a:r>
            <a:endParaRPr lang="ko-KR" altLang="en-US" b="1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500548BC-409E-420B-8D1B-E43F4729D9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6477" y="4122980"/>
            <a:ext cx="8018860" cy="1825171"/>
          </a:xfrm>
          <a:prstGeom prst="rect">
            <a:avLst/>
          </a:prstGeom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날짜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9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소속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65C0AD07-CA6B-41D3-B6F7-FB702CA5515F}"/>
              </a:ext>
            </a:extLst>
          </p:cNvPr>
          <p:cNvSpPr/>
          <p:nvPr userDrawn="1"/>
        </p:nvSpPr>
        <p:spPr>
          <a:xfrm flipV="1">
            <a:off x="0" y="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E47F849A-415E-4773-BF37-E655293C298E}"/>
              </a:ext>
            </a:extLst>
          </p:cNvPr>
          <p:cNvSpPr/>
          <p:nvPr userDrawn="1"/>
        </p:nvSpPr>
        <p:spPr>
          <a:xfrm rot="10800000" flipV="1">
            <a:off x="9655493" y="658368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88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E0DBC7E-C587-45D7-B02A-AB22C629ECFF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24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E38EAEB-FB11-48F8-96DB-61AB9D02F302}"/>
              </a:ext>
            </a:extLst>
          </p:cNvPr>
          <p:cNvCxnSpPr/>
          <p:nvPr userDrawn="1"/>
        </p:nvCxnSpPr>
        <p:spPr>
          <a:xfrm flipH="1">
            <a:off x="485906" y="1404504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AA4354-DF1C-401E-882B-2553998228D5}"/>
              </a:ext>
            </a:extLst>
          </p:cNvPr>
          <p:cNvSpPr/>
          <p:nvPr userDrawn="1"/>
        </p:nvSpPr>
        <p:spPr>
          <a:xfrm>
            <a:off x="1184382" y="642521"/>
            <a:ext cx="1787418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0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목차</a:t>
            </a:r>
          </a:p>
        </p:txBody>
      </p:sp>
      <p:pic>
        <p:nvPicPr>
          <p:cNvPr id="8" name="그래픽 7" descr="돋보기">
            <a:extLst>
              <a:ext uri="{FF2B5EF4-FFF2-40B4-BE49-F238E27FC236}">
                <a16:creationId xmlns:a16="http://schemas.microsoft.com/office/drawing/2014/main" id="{CB87553A-025E-4167-92C8-1387432D5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906" y="642521"/>
            <a:ext cx="698476" cy="698476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4E7FE4C-EE05-44CA-AC27-A63B4C2ACEB5}"/>
              </a:ext>
            </a:extLst>
          </p:cNvPr>
          <p:cNvSpPr/>
          <p:nvPr userDrawn="1"/>
        </p:nvSpPr>
        <p:spPr>
          <a:xfrm>
            <a:off x="485906" y="185332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피드백 반영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0BF66B0-FEED-C44B-0960-F3F99E06A718}"/>
              </a:ext>
            </a:extLst>
          </p:cNvPr>
          <p:cNvSpPr/>
          <p:nvPr userDrawn="1"/>
        </p:nvSpPr>
        <p:spPr>
          <a:xfrm>
            <a:off x="485906" y="6155171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최종 코드 및 결과</a:t>
            </a:r>
          </a:p>
        </p:txBody>
      </p:sp>
    </p:spTree>
    <p:extLst>
      <p:ext uri="{BB962C8B-B14F-4D97-AF65-F5344CB8AC3E}">
        <p14:creationId xmlns:p14="http://schemas.microsoft.com/office/powerpoint/2010/main" val="344585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40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F04F43-AC4A-472F-B541-A84961621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16" y="2145533"/>
            <a:ext cx="3971379" cy="4228729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FBF170-4745-41F2-82D1-A27BE80B24BD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래픽 4" descr="돋보기">
            <a:extLst>
              <a:ext uri="{FF2B5EF4-FFF2-40B4-BE49-F238E27FC236}">
                <a16:creationId xmlns:a16="http://schemas.microsoft.com/office/drawing/2014/main" id="{D9579D36-CA28-4A7D-B433-0679485BB9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C2B0E3-3EC8-42A3-922E-037F63F937FF}"/>
              </a:ext>
            </a:extLst>
          </p:cNvPr>
          <p:cNvSpPr/>
          <p:nvPr userDrawn="1"/>
        </p:nvSpPr>
        <p:spPr>
          <a:xfrm>
            <a:off x="1184381" y="625675"/>
            <a:ext cx="3555569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ko-KR" sz="36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Question?</a:t>
            </a:r>
            <a:endParaRPr lang="ko-KR" altLang="en-US" sz="3600" b="1" dirty="0">
              <a:solidFill>
                <a:schemeClr val="tx1"/>
              </a:solidFill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28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E25DDA-3340-4322-89A1-29FE57DAC80E}"/>
              </a:ext>
            </a:extLst>
          </p:cNvPr>
          <p:cNvSpPr/>
          <p:nvPr userDrawn="1"/>
        </p:nvSpPr>
        <p:spPr>
          <a:xfrm>
            <a:off x="0" y="7282675"/>
            <a:ext cx="10684193" cy="276999"/>
          </a:xfrm>
          <a:prstGeom prst="rect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305E2-E207-4295-87D5-B0281DD7B54B}"/>
              </a:ext>
            </a:extLst>
          </p:cNvPr>
          <p:cNvSpPr txBox="1"/>
          <p:nvPr userDrawn="1"/>
        </p:nvSpPr>
        <p:spPr>
          <a:xfrm>
            <a:off x="9745168" y="7282676"/>
            <a:ext cx="946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7E0F416-4AE2-42A8-B2F5-9BE78CB354BF}" type="slidenum">
              <a:rPr lang="ko-KR" altLang="en-US" sz="1200" b="0" smtClean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pPr algn="ctr"/>
              <a:t>‹#›</a:t>
            </a:fld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/ 20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C3857-B650-4694-853E-C7AB2483F49B}"/>
              </a:ext>
            </a:extLst>
          </p:cNvPr>
          <p:cNvSpPr txBox="1"/>
          <p:nvPr userDrawn="1"/>
        </p:nvSpPr>
        <p:spPr>
          <a:xfrm>
            <a:off x="3281832" y="7282676"/>
            <a:ext cx="4128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2026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년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03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월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16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일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&lt;DPA – 8bit 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구현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&gt;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E2276B-FCB6-4F9C-AE3A-B3E1B6A4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1" y="872450"/>
            <a:ext cx="9221689" cy="89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0C658E-91C5-4955-82E4-A911C95E7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1818" y1="13091" x2="31818" y2="13091"/>
                        <a14:backgroundMark x1="32000" y1="13091" x2="62909" y2="9273"/>
                        <a14:backgroundMark x1="62909" y1="9273" x2="80182" y2="12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136" t="13727" r="14469" b="13908"/>
          <a:stretch/>
        </p:blipFill>
        <p:spPr>
          <a:xfrm>
            <a:off x="9831473" y="44450"/>
            <a:ext cx="796841" cy="82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1838167-90FE-4AF7-9775-15E92F652A8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3922" y="0"/>
            <a:ext cx="1787551" cy="8724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764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8" r:id="rId4"/>
    <p:sldLayoutId id="2147483676" r:id="rId5"/>
  </p:sldLayoutIdLst>
  <p:hf sldNum="0"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7741E-B640-4220-8F6A-C8DBBDCCF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DPA </a:t>
            </a:r>
            <a:r>
              <a:rPr lang="ko-KR" altLang="en-US" dirty="0">
                <a:latin typeface="+mj-ea"/>
                <a:ea typeface="+mj-ea"/>
              </a:rPr>
              <a:t>구현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A913EF-A517-4088-A353-AB57F6BCD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494" y="4109691"/>
            <a:ext cx="8018860" cy="1825171"/>
          </a:xfrm>
        </p:spPr>
        <p:txBody>
          <a:bodyPr/>
          <a:lstStyle/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/>
              <a:t>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/>
              <a:t>23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/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428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36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8538-0C3D-A7B4-3411-7B35826A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CCA44E-8744-614B-0AB6-78BDA6A2C1D4}"/>
              </a:ext>
            </a:extLst>
          </p:cNvPr>
          <p:cNvSpPr/>
          <p:nvPr/>
        </p:nvSpPr>
        <p:spPr>
          <a:xfrm>
            <a:off x="288131" y="2620385"/>
            <a:ext cx="10115550" cy="43878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258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8C645F-57D8-48C1-8DF8-8AA0E5AF434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피드백 반영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88A42-7793-0BE8-E53B-0965391BC2DC}"/>
              </a:ext>
            </a:extLst>
          </p:cNvPr>
          <p:cNvSpPr txBox="1"/>
          <p:nvPr/>
        </p:nvSpPr>
        <p:spPr>
          <a:xfrm>
            <a:off x="794822" y="1956664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1. Ratio </a:t>
            </a:r>
            <a:r>
              <a:rPr lang="ko-KR" altLang="en-US" sz="2400" b="1" dirty="0">
                <a:latin typeface="+mn-ea"/>
              </a:rPr>
              <a:t>계산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98D0E2-A57C-5B66-A3A7-8D71518113EE}"/>
              </a:ext>
            </a:extLst>
          </p:cNvPr>
          <p:cNvSpPr txBox="1"/>
          <p:nvPr/>
        </p:nvSpPr>
        <p:spPr>
          <a:xfrm>
            <a:off x="794822" y="3669182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DX경필고딕B (본문)"/>
              </a:rPr>
              <a:t> 2. </a:t>
            </a:r>
            <a:r>
              <a:rPr lang="ko-KR" altLang="en-US" sz="2400" b="1" dirty="0">
                <a:latin typeface="DX경필고딕B (본문)"/>
              </a:rPr>
              <a:t>파이선으로 파형 데이터 시각화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490AA-3AB1-E5B4-C56A-D137026021C8}"/>
              </a:ext>
            </a:extLst>
          </p:cNvPr>
          <p:cNvSpPr txBox="1"/>
          <p:nvPr/>
        </p:nvSpPr>
        <p:spPr>
          <a:xfrm>
            <a:off x="794823" y="5441465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3. </a:t>
            </a:r>
            <a:r>
              <a:rPr lang="ko-KR" altLang="en-US" sz="2400" b="1" dirty="0">
                <a:latin typeface="+mn-ea"/>
              </a:rPr>
              <a:t>분석 구간 한정으로 시간 단축</a:t>
            </a:r>
          </a:p>
        </p:txBody>
      </p:sp>
    </p:spTree>
    <p:extLst>
      <p:ext uri="{BB962C8B-B14F-4D97-AF65-F5344CB8AC3E}">
        <p14:creationId xmlns:p14="http://schemas.microsoft.com/office/powerpoint/2010/main" val="328804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D5FE6-6D14-0A5A-6AA5-8FA95B528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AE2F9C7-F555-3EC2-3F65-1DD52B791455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5B280C-7C9E-A61A-D570-118B0CDB8BA3}"/>
              </a:ext>
            </a:extLst>
          </p:cNvPr>
          <p:cNvSpPr txBox="1"/>
          <p:nvPr/>
        </p:nvSpPr>
        <p:spPr>
          <a:xfrm>
            <a:off x="836705" y="1527506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1. Ratio </a:t>
            </a:r>
            <a:r>
              <a:rPr lang="ko-KR" altLang="en-US" sz="2400" b="1" dirty="0">
                <a:latin typeface="+mn-ea"/>
              </a:rPr>
              <a:t>계산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F2453-8C78-A681-DA8C-219E99FE7798}"/>
              </a:ext>
            </a:extLst>
          </p:cNvPr>
          <p:cNvSpPr txBox="1"/>
          <p:nvPr/>
        </p:nvSpPr>
        <p:spPr>
          <a:xfrm>
            <a:off x="1234497" y="1820017"/>
            <a:ext cx="8704373" cy="50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>
                <a:latin typeface="+mn-ea"/>
              </a:rPr>
              <a:t>서로 다른 키끼리 피크를 비교하는 오류 수정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7" name="그림 6" descr="The image shows a snippet of a programming code, specifically a function that appears to be part of a decryption or key-finding algorithm, with variables and conditional statements being manipulated to determine and store the best and second-best decryption keys.&#10;&#10;AI 생성 콘텐츠는 정확하지 않을 수 있습니다.">
            <a:extLst>
              <a:ext uri="{FF2B5EF4-FFF2-40B4-BE49-F238E27FC236}">
                <a16:creationId xmlns:a16="http://schemas.microsoft.com/office/drawing/2014/main" id="{53EE43E7-A1A6-CF37-D89D-7E000D485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592" y="2327769"/>
            <a:ext cx="5896628" cy="470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68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AD924-F491-28CD-71A7-84224F956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C13D75-F34B-2D79-083A-1CBDAA62B893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610BA-0D64-9952-A0C8-B2F436BF032C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DX경필고딕B (본문)"/>
              </a:rPr>
              <a:t> 2. </a:t>
            </a:r>
            <a:r>
              <a:rPr lang="ko-KR" altLang="en-US" sz="2400" b="1" dirty="0">
                <a:latin typeface="DX경필고딕B (본문)"/>
              </a:rPr>
              <a:t>파이선으로 파형 데이터 시각화</a:t>
            </a:r>
          </a:p>
        </p:txBody>
      </p:sp>
      <p:pic>
        <p:nvPicPr>
          <p:cNvPr id="5" name="그림 4" descr="The image shows a Python code snippet for importing and plotting power consumption data using numpy and matplotlib.&#10;&#10;AI 생성 콘텐츠는 정확하지 않을 수 있습니다.">
            <a:extLst>
              <a:ext uri="{FF2B5EF4-FFF2-40B4-BE49-F238E27FC236}">
                <a16:creationId xmlns:a16="http://schemas.microsoft.com/office/drawing/2014/main" id="{9775217E-C7E2-D4F2-B59F-E1DE34083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08" y="2873215"/>
            <a:ext cx="9518795" cy="3115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CDA2BE-607B-99DE-8746-1B4561755173}"/>
              </a:ext>
            </a:extLst>
          </p:cNvPr>
          <p:cNvSpPr txBox="1"/>
          <p:nvPr/>
        </p:nvSpPr>
        <p:spPr>
          <a:xfrm>
            <a:off x="1234497" y="2033094"/>
            <a:ext cx="8704373" cy="50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 err="1">
                <a:latin typeface="+mn-ea"/>
              </a:rPr>
              <a:t>파이선</a:t>
            </a:r>
            <a:r>
              <a:rPr lang="ko-KR" altLang="en-US" sz="2000" dirty="0">
                <a:latin typeface="+mn-ea"/>
              </a:rPr>
              <a:t> 코드 구현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10400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5A58D-298D-70E6-1D3C-67B4BD1E2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70F2F6D-1341-B2E7-D43E-600C639DA388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A8C40-1580-58CB-A6B8-0B0B8FDBF92A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DX경필고딕B (본문)"/>
              </a:rPr>
              <a:t> 2. </a:t>
            </a:r>
            <a:r>
              <a:rPr lang="ko-KR" altLang="en-US" sz="2400" b="1" dirty="0">
                <a:latin typeface="DX경필고딕B (본문)"/>
              </a:rPr>
              <a:t>파이선으로 파형 데이터 시각화</a:t>
            </a:r>
          </a:p>
        </p:txBody>
      </p:sp>
      <p:pic>
        <p:nvPicPr>
          <p:cNvPr id="5" name="그림 4" descr="The image displays a power consumption trace for an SPA (System-on-a-Programmable Chip) over a range of points, showing fluctuating power values from -0.5 to 0.2.&#10;&#10;AI 생성 콘텐츠는 정확하지 않을 수 있습니다.">
            <a:extLst>
              <a:ext uri="{FF2B5EF4-FFF2-40B4-BE49-F238E27FC236}">
                <a16:creationId xmlns:a16="http://schemas.microsoft.com/office/drawing/2014/main" id="{AAC7CD7B-762B-2810-72BC-76341D9E2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17" y="2749277"/>
            <a:ext cx="9463377" cy="3429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3CE5D0-0908-3B83-381E-B559BBBE9C13}"/>
              </a:ext>
            </a:extLst>
          </p:cNvPr>
          <p:cNvSpPr txBox="1"/>
          <p:nvPr/>
        </p:nvSpPr>
        <p:spPr>
          <a:xfrm>
            <a:off x="1373221" y="2046395"/>
            <a:ext cx="8704373" cy="50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>
                <a:latin typeface="+mn-ea"/>
              </a:rPr>
              <a:t>파형 데이터 시각화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5620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C3B85-F6FD-B79F-385A-EDED1576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68F729F-434C-1162-1A56-2A1921C5F73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6870B-EBBA-F94E-3BC5-AD268B415F6A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3. </a:t>
            </a:r>
            <a:r>
              <a:rPr lang="ko-KR" altLang="en-US" sz="2400" b="1" dirty="0">
                <a:latin typeface="+mn-ea"/>
              </a:rPr>
              <a:t>분석 구간 한정으로 시간 단축</a:t>
            </a:r>
          </a:p>
        </p:txBody>
      </p:sp>
      <p:pic>
        <p:nvPicPr>
          <p:cNvPr id="9" name="그림 8" descr="The image appears to be a console log from a software debugging session, specifically from Microsoft Visual Studio, displaying various steps of byte analysis and target byte examination, including key codes and ratios.&#10;&#10;AI 생성 콘텐츠는 정확하지 않을 수 있습니다.">
            <a:extLst>
              <a:ext uri="{FF2B5EF4-FFF2-40B4-BE49-F238E27FC236}">
                <a16:creationId xmlns:a16="http://schemas.microsoft.com/office/drawing/2014/main" id="{011270F5-A473-21D8-955A-4344AC9A2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93" r="-2283" b="11798"/>
          <a:stretch>
            <a:fillRect/>
          </a:stretch>
        </p:blipFill>
        <p:spPr>
          <a:xfrm>
            <a:off x="1145310" y="5706596"/>
            <a:ext cx="7978719" cy="988137"/>
          </a:xfrm>
          <a:prstGeom prst="rect">
            <a:avLst/>
          </a:prstGeom>
        </p:spPr>
      </p:pic>
      <p:pic>
        <p:nvPicPr>
          <p:cNvPr id="3" name="그림 2" descr="The image displays a power consumption trace for an SPA (System-on-a-Programmable Chip) over a range of points, showing fluctuating power values from -0.5 to 0.2.&#10;&#10;AI 생성 콘텐츠는 정확하지 않을 수 있습니다.">
            <a:extLst>
              <a:ext uri="{FF2B5EF4-FFF2-40B4-BE49-F238E27FC236}">
                <a16:creationId xmlns:a16="http://schemas.microsoft.com/office/drawing/2014/main" id="{99BD44DB-DE16-3E83-B2C2-CF1089F80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472" b="-17622"/>
          <a:stretch>
            <a:fillRect/>
          </a:stretch>
        </p:blipFill>
        <p:spPr>
          <a:xfrm>
            <a:off x="6194199" y="1378400"/>
            <a:ext cx="2983618" cy="4034017"/>
          </a:xfrm>
          <a:prstGeom prst="rect">
            <a:avLst/>
          </a:prstGeom>
        </p:spPr>
      </p:pic>
      <p:pic>
        <p:nvPicPr>
          <p:cNvPr id="8" name="그림 7" descr="The image depicts a technical coding snippet with a focus on S-box operations and defined constants for start and end points of a data analysis process.&#10;&#10;AI 생성 콘텐츠는 정확하지 않을 수 있습니다.">
            <a:extLst>
              <a:ext uri="{FF2B5EF4-FFF2-40B4-BE49-F238E27FC236}">
                <a16:creationId xmlns:a16="http://schemas.microsoft.com/office/drawing/2014/main" id="{6D4848FC-D692-E7E6-DB27-75AB3CF85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310" y="4633251"/>
            <a:ext cx="7490691" cy="8933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213B75-1819-7277-1E49-C13C94E5780F}"/>
              </a:ext>
            </a:extLst>
          </p:cNvPr>
          <p:cNvSpPr txBox="1"/>
          <p:nvPr/>
        </p:nvSpPr>
        <p:spPr>
          <a:xfrm>
            <a:off x="1373221" y="2046395"/>
            <a:ext cx="8704373" cy="50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라운드 포함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53397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ED8B0-2461-A266-2F79-40F22AB2E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2DC28B4-FEB0-9F50-1E1E-C5687C9AB036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19013B-FC10-4D39-C300-77BDD1E26CF7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3. </a:t>
            </a:r>
            <a:r>
              <a:rPr lang="ko-KR" altLang="en-US" sz="2400" b="1" dirty="0">
                <a:latin typeface="+mn-ea"/>
              </a:rPr>
              <a:t>분석 구간 한정으로 시간 단축</a:t>
            </a:r>
          </a:p>
        </p:txBody>
      </p:sp>
      <p:pic>
        <p:nvPicPr>
          <p:cNvPr id="6" name="그림 5" descr="The image shows a snippet of code with Korean text, featuring macro definitions for 'START_POINT' and 'END_POINT' for a point of interest in a SubBytes operation within a S-box.&#10;&#10;AI 생성 콘텐츠는 정확하지 않을 수 있습니다.">
            <a:extLst>
              <a:ext uri="{FF2B5EF4-FFF2-40B4-BE49-F238E27FC236}">
                <a16:creationId xmlns:a16="http://schemas.microsoft.com/office/drawing/2014/main" id="{174F6282-7930-22D3-973F-9AD7CE777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50" y="4874076"/>
            <a:ext cx="7564582" cy="867580"/>
          </a:xfrm>
          <a:prstGeom prst="rect">
            <a:avLst/>
          </a:prstGeom>
        </p:spPr>
      </p:pic>
      <p:pic>
        <p:nvPicPr>
          <p:cNvPr id="9" name="그림 8" descr="The image displays a terminal screen or command prompt with a series of console outputs, including byte target analyses, key comparisons, and status messages indicating successful matches or further searches.&#10;&#10;AI 생성 콘텐츠는 정확하지 않을 수 있습니다.">
            <a:extLst>
              <a:ext uri="{FF2B5EF4-FFF2-40B4-BE49-F238E27FC236}">
                <a16:creationId xmlns:a16="http://schemas.microsoft.com/office/drawing/2014/main" id="{BF63F084-3567-4245-4A7E-8F85C9024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90" r="2232" b="11324"/>
          <a:stretch>
            <a:fillRect/>
          </a:stretch>
        </p:blipFill>
        <p:spPr>
          <a:xfrm>
            <a:off x="836705" y="5852718"/>
            <a:ext cx="8552873" cy="1174787"/>
          </a:xfrm>
          <a:prstGeom prst="rect">
            <a:avLst/>
          </a:prstGeom>
        </p:spPr>
      </p:pic>
      <p:pic>
        <p:nvPicPr>
          <p:cNvPr id="5" name="그림 4" descr="The image displays a power consumption trace for an SPA (System-on-a-Programmable Chip) over a range of points, showing fluctuating power values from -0.5 to 0.2.&#10;&#10;AI 생성 콘텐츠는 정확하지 않을 수 있습니다.">
            <a:extLst>
              <a:ext uri="{FF2B5EF4-FFF2-40B4-BE49-F238E27FC236}">
                <a16:creationId xmlns:a16="http://schemas.microsoft.com/office/drawing/2014/main" id="{980078E5-361C-B6BB-7894-32293CFBA2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932" t="2365" r="70293" b="3046"/>
          <a:stretch>
            <a:fillRect/>
          </a:stretch>
        </p:blipFill>
        <p:spPr>
          <a:xfrm>
            <a:off x="6849036" y="1416468"/>
            <a:ext cx="1344705" cy="3346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063196-5C96-BEF5-B011-E5DDE497BCEF}"/>
              </a:ext>
            </a:extLst>
          </p:cNvPr>
          <p:cNvSpPr txBox="1"/>
          <p:nvPr/>
        </p:nvSpPr>
        <p:spPr>
          <a:xfrm>
            <a:off x="1373221" y="2046395"/>
            <a:ext cx="8704373" cy="50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 err="1">
                <a:latin typeface="+mn-ea"/>
              </a:rPr>
              <a:t>SubBytes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구간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391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23EB3-00C7-4DC3-26DD-67E5E4B2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0F55634-64DF-5E1C-903E-3372F85F158D}"/>
              </a:ext>
            </a:extLst>
          </p:cNvPr>
          <p:cNvSpPr/>
          <p:nvPr/>
        </p:nvSpPr>
        <p:spPr>
          <a:xfrm>
            <a:off x="352786" y="1705985"/>
            <a:ext cx="10115550" cy="135125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BE9A50-D6B4-5A04-A33C-A8A71ED6C6C2}"/>
              </a:ext>
            </a:extLst>
          </p:cNvPr>
          <p:cNvSpPr/>
          <p:nvPr/>
        </p:nvSpPr>
        <p:spPr>
          <a:xfrm>
            <a:off x="88017" y="4251996"/>
            <a:ext cx="10115550" cy="135125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3782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0585-FFB9-193E-3F1C-E4FCA0AE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929F63-DB58-A0EB-16FF-6FA25368B17C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최종 코드 및 결과</a:t>
            </a:r>
          </a:p>
        </p:txBody>
      </p:sp>
      <p:pic>
        <p:nvPicPr>
          <p:cNvPr id="4" name="그림 3" descr="The image displays a terminal screen or command prompt with a series of console outputs, including byte target analyses, key comparisons, and status messages indicating successful matches or further searches.&#10;&#10;AI 생성 콘텐츠는 정확하지 않을 수 있습니다.">
            <a:extLst>
              <a:ext uri="{FF2B5EF4-FFF2-40B4-BE49-F238E27FC236}">
                <a16:creationId xmlns:a16="http://schemas.microsoft.com/office/drawing/2014/main" id="{F8CE9FF4-EEE1-EC4D-5C59-51578C112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030" y="1525076"/>
            <a:ext cx="7961745" cy="557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9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43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Eras Medium ITC"/>
        <a:ea typeface="DX경필고딕B"/>
        <a:cs typeface=""/>
      </a:majorFont>
      <a:minorFont>
        <a:latin typeface="Eras Medium ITC"/>
        <a:ea typeface="DX경필고딕B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2949</TotalTime>
  <Words>120</Words>
  <Application>Microsoft Office PowerPoint</Application>
  <PresentationFormat>사용자 지정</PresentationFormat>
  <Paragraphs>24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Wingdings</vt:lpstr>
      <vt:lpstr>DX경필고딕B (본문)</vt:lpstr>
      <vt:lpstr>맑은 고딕</vt:lpstr>
      <vt:lpstr>DX경필고딕B</vt:lpstr>
      <vt:lpstr>Arial</vt:lpstr>
      <vt:lpstr>Eras Medium ITC</vt:lpstr>
      <vt:lpstr>Office 테마</vt:lpstr>
      <vt:lpstr>DPA 구현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(정보보안암호수학과)문혜원</dc:creator>
  <cp:lastModifiedBy>김 예찬</cp:lastModifiedBy>
  <cp:revision>47</cp:revision>
  <dcterms:created xsi:type="dcterms:W3CDTF">2019-12-19T07:33:02Z</dcterms:created>
  <dcterms:modified xsi:type="dcterms:W3CDTF">2026-03-23T04:57:52Z</dcterms:modified>
</cp:coreProperties>
</file>