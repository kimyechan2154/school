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62" r:id="rId2"/>
    <p:sldId id="272" r:id="rId3"/>
    <p:sldId id="313" r:id="rId4"/>
    <p:sldId id="303" r:id="rId5"/>
    <p:sldId id="317" r:id="rId6"/>
    <p:sldId id="318" r:id="rId7"/>
    <p:sldId id="319" r:id="rId8"/>
    <p:sldId id="320" r:id="rId9"/>
    <p:sldId id="321" r:id="rId10"/>
    <p:sldId id="316" r:id="rId11"/>
    <p:sldId id="308" r:id="rId12"/>
    <p:sldId id="324" r:id="rId13"/>
    <p:sldId id="325" r:id="rId14"/>
    <p:sldId id="326" r:id="rId15"/>
    <p:sldId id="328" r:id="rId16"/>
    <p:sldId id="322" r:id="rId17"/>
    <p:sldId id="314" r:id="rId18"/>
    <p:sldId id="315" r:id="rId19"/>
    <p:sldId id="329" r:id="rId20"/>
    <p:sldId id="271" r:id="rId21"/>
  </p:sldIdLst>
  <p:sldSz cx="10691813" cy="7559675"/>
  <p:notesSz cx="6858000" cy="9144000"/>
  <p:embeddedFontLst>
    <p:embeddedFont>
      <p:font typeface="DX경필고딕B" panose="02020600000000000000" pitchFamily="18" charset="-127"/>
      <p:regular r:id="rId24"/>
    </p:embeddedFont>
    <p:embeddedFont>
      <p:font typeface="Eras Medium ITC" panose="020B0602030504020804" pitchFamily="34" charset="0"/>
      <p:regular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F8F9F7"/>
    <a:srgbClr val="FFFFFF"/>
    <a:srgbClr val="271A6D"/>
    <a:srgbClr val="0D2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8137E6-3449-41F4-AFA8-3D6825FFCBB5}" v="21" dt="2026-03-16T05:29:03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3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예찬" userId="17716309b4b9d749" providerId="LiveId" clId="{2E328DF6-B3B2-421F-BB8E-B56430A9223B}"/>
    <pc:docChg chg="undo custSel addSld delSld modSld sldOrd addMainMaster delMainMaster modMainMaster">
      <pc:chgData name="김 예찬" userId="17716309b4b9d749" providerId="LiveId" clId="{2E328DF6-B3B2-421F-BB8E-B56430A9223B}" dt="2026-03-16T09:10:42.222" v="2073" actId="14100"/>
      <pc:docMkLst>
        <pc:docMk/>
      </pc:docMkLst>
      <pc:sldChg chg="modSp mod modTransition">
        <pc:chgData name="김 예찬" userId="17716309b4b9d749" providerId="LiveId" clId="{2E328DF6-B3B2-421F-BB8E-B56430A9223B}" dt="2026-03-16T04:24:57.277" v="1018" actId="20577"/>
        <pc:sldMkLst>
          <pc:docMk/>
          <pc:sldMk cId="1442428008" sldId="262"/>
        </pc:sldMkLst>
        <pc:spChg chg="mod">
          <ac:chgData name="김 예찬" userId="17716309b4b9d749" providerId="LiveId" clId="{2E328DF6-B3B2-421F-BB8E-B56430A9223B}" dt="2026-03-16T04:24:57.277" v="1018" actId="20577"/>
          <ac:spMkLst>
            <pc:docMk/>
            <pc:sldMk cId="1442428008" sldId="262"/>
            <ac:spMk id="2" creationId="{1E37741E-B640-4220-8F6A-C8DBBDCCFBFB}"/>
          </ac:spMkLst>
        </pc:spChg>
        <pc:spChg chg="mod">
          <ac:chgData name="김 예찬" userId="17716309b4b9d749" providerId="LiveId" clId="{2E328DF6-B3B2-421F-BB8E-B56430A9223B}" dt="2026-03-09T09:28:39.315" v="999" actId="1076"/>
          <ac:spMkLst>
            <pc:docMk/>
            <pc:sldMk cId="1442428008" sldId="262"/>
            <ac:spMk id="3" creationId="{A1A913EF-A517-4088-A353-AB57F6BCDF16}"/>
          </ac:spMkLst>
        </pc:spChg>
      </pc:sldChg>
      <pc:sldChg chg="addSp delSp modSp mod modTransition">
        <pc:chgData name="김 예찬" userId="17716309b4b9d749" providerId="LiveId" clId="{2E328DF6-B3B2-421F-BB8E-B56430A9223B}" dt="2026-03-04T13:28:16.841" v="501" actId="478"/>
        <pc:sldMkLst>
          <pc:docMk/>
          <pc:sldMk cId="349536715" sldId="272"/>
        </pc:sldMkLst>
      </pc:sldChg>
      <pc:sldChg chg="addSp delSp modSp mod ord">
        <pc:chgData name="김 예찬" userId="17716309b4b9d749" providerId="LiveId" clId="{2E328DF6-B3B2-421F-BB8E-B56430A9223B}" dt="2026-03-16T04:47:05.664" v="1262" actId="20577"/>
        <pc:sldMkLst>
          <pc:docMk/>
          <pc:sldMk cId="3288047407" sldId="303"/>
        </pc:sldMkLst>
        <pc:spChg chg="mod">
          <ac:chgData name="김 예찬" userId="17716309b4b9d749" providerId="LiveId" clId="{2E328DF6-B3B2-421F-BB8E-B56430A9223B}" dt="2026-03-16T04:33:00.777" v="1182"/>
          <ac:spMkLst>
            <pc:docMk/>
            <pc:sldMk cId="3288047407" sldId="303"/>
            <ac:spMk id="2" creationId="{DB8C645F-57D8-48C1-8DF8-8AA0E5AF4341}"/>
          </ac:spMkLst>
        </pc:spChg>
        <pc:spChg chg="add del mod">
          <ac:chgData name="김 예찬" userId="17716309b4b9d749" providerId="LiveId" clId="{2E328DF6-B3B2-421F-BB8E-B56430A9223B}" dt="2026-03-16T04:47:05.664" v="1262" actId="20577"/>
          <ac:spMkLst>
            <pc:docMk/>
            <pc:sldMk cId="3288047407" sldId="303"/>
            <ac:spMk id="4" creationId="{DE888A42-7793-0BE8-E53B-0965391BC2DC}"/>
          </ac:spMkLst>
        </pc:spChg>
        <pc:picChg chg="add mod modCrop">
          <ac:chgData name="김 예찬" userId="17716309b4b9d749" providerId="LiveId" clId="{2E328DF6-B3B2-421F-BB8E-B56430A9223B}" dt="2026-03-16T04:46:37.604" v="1241" actId="1076"/>
          <ac:picMkLst>
            <pc:docMk/>
            <pc:sldMk cId="3288047407" sldId="303"/>
            <ac:picMk id="5" creationId="{C2510163-B5B6-DCDD-EC17-0393430A0963}"/>
          </ac:picMkLst>
        </pc:picChg>
        <pc:picChg chg="add del mod">
          <ac:chgData name="김 예찬" userId="17716309b4b9d749" providerId="LiveId" clId="{2E328DF6-B3B2-421F-BB8E-B56430A9223B}" dt="2026-03-16T04:45:49.167" v="1226" actId="478"/>
          <ac:picMkLst>
            <pc:docMk/>
            <pc:sldMk cId="3288047407" sldId="303"/>
            <ac:picMk id="12" creationId="{EDC5AAD4-B195-B5B5-FC1C-7F29D18CFF29}"/>
          </ac:picMkLst>
        </pc:picChg>
      </pc:sldChg>
      <pc:sldChg chg="addSp delSp modSp mod">
        <pc:chgData name="김 예찬" userId="17716309b4b9d749" providerId="LiveId" clId="{2E328DF6-B3B2-421F-BB8E-B56430A9223B}" dt="2026-03-16T05:17:29.527" v="1532" actId="20577"/>
        <pc:sldMkLst>
          <pc:docMk/>
          <pc:sldMk cId="3029298294" sldId="308"/>
        </pc:sldMkLst>
        <pc:spChg chg="mod">
          <ac:chgData name="김 예찬" userId="17716309b4b9d749" providerId="LiveId" clId="{2E328DF6-B3B2-421F-BB8E-B56430A9223B}" dt="2026-03-16T05:08:56.749" v="1362" actId="20577"/>
          <ac:spMkLst>
            <pc:docMk/>
            <pc:sldMk cId="3029298294" sldId="308"/>
            <ac:spMk id="2" creationId="{DB929F63-DB58-A0EB-16FF-6FA25368B17C}"/>
          </ac:spMkLst>
        </pc:spChg>
        <pc:spChg chg="add del mod">
          <ac:chgData name="김 예찬" userId="17716309b4b9d749" providerId="LiveId" clId="{2E328DF6-B3B2-421F-BB8E-B56430A9223B}" dt="2026-03-16T05:02:44.860" v="1322" actId="478"/>
          <ac:spMkLst>
            <pc:docMk/>
            <pc:sldMk cId="3029298294" sldId="308"/>
            <ac:spMk id="3" creationId="{47EBF86C-7DEE-7DF0-C448-CB3F4E78DC48}"/>
          </ac:spMkLst>
        </pc:spChg>
        <pc:spChg chg="del mod">
          <ac:chgData name="김 예찬" userId="17716309b4b9d749" providerId="LiveId" clId="{2E328DF6-B3B2-421F-BB8E-B56430A9223B}" dt="2026-03-16T05:02:47.315" v="1323" actId="478"/>
          <ac:spMkLst>
            <pc:docMk/>
            <pc:sldMk cId="3029298294" sldId="308"/>
            <ac:spMk id="5" creationId="{47164BAE-A83B-5D6F-1BE9-26F79A43523B}"/>
          </ac:spMkLst>
        </pc:spChg>
        <pc:spChg chg="add mod">
          <ac:chgData name="김 예찬" userId="17716309b4b9d749" providerId="LiveId" clId="{2E328DF6-B3B2-421F-BB8E-B56430A9223B}" dt="2026-03-16T05:16:55.526" v="1477" actId="1076"/>
          <ac:spMkLst>
            <pc:docMk/>
            <pc:sldMk cId="3029298294" sldId="308"/>
            <ac:spMk id="7" creationId="{830A4101-AE5D-1591-CF9C-9C6F5B1F4AEE}"/>
          </ac:spMkLst>
        </pc:spChg>
        <pc:spChg chg="add mod">
          <ac:chgData name="김 예찬" userId="17716309b4b9d749" providerId="LiveId" clId="{2E328DF6-B3B2-421F-BB8E-B56430A9223B}" dt="2026-03-16T05:17:29.527" v="1532" actId="20577"/>
          <ac:spMkLst>
            <pc:docMk/>
            <pc:sldMk cId="3029298294" sldId="308"/>
            <ac:spMk id="8" creationId="{3CB2E6F5-0229-FF7E-E720-46BD8BE4FB98}"/>
          </ac:spMkLst>
        </pc:spChg>
        <pc:picChg chg="add del mod">
          <ac:chgData name="김 예찬" userId="17716309b4b9d749" providerId="LiveId" clId="{2E328DF6-B3B2-421F-BB8E-B56430A9223B}" dt="2026-03-16T05:16:27.402" v="1452" actId="478"/>
          <ac:picMkLst>
            <pc:docMk/>
            <pc:sldMk cId="3029298294" sldId="308"/>
            <ac:picMk id="6" creationId="{CE8C7AAF-D123-E624-0AA6-963D3DF8DF24}"/>
          </ac:picMkLst>
        </pc:picChg>
        <pc:picChg chg="add mod">
          <ac:chgData name="김 예찬" userId="17716309b4b9d749" providerId="LiveId" clId="{2E328DF6-B3B2-421F-BB8E-B56430A9223B}" dt="2026-03-16T05:17:25.770" v="1519" actId="27614"/>
          <ac:picMkLst>
            <pc:docMk/>
            <pc:sldMk cId="3029298294" sldId="308"/>
            <ac:picMk id="10" creationId="{E8EB6A42-E04B-6CB8-4BE4-F1E945094E1C}"/>
          </ac:picMkLst>
        </pc:picChg>
      </pc:sldChg>
      <pc:sldChg chg="add">
        <pc:chgData name="김 예찬" userId="17716309b4b9d749" providerId="LiveId" clId="{2E328DF6-B3B2-421F-BB8E-B56430A9223B}" dt="2026-03-04T13:28:06.960" v="499" actId="2890"/>
        <pc:sldMkLst>
          <pc:docMk/>
          <pc:sldMk cId="3477258370" sldId="313"/>
        </pc:sldMkLst>
      </pc:sldChg>
      <pc:sldChg chg="modSp add mod ord">
        <pc:chgData name="김 예찬" userId="17716309b4b9d749" providerId="LiveId" clId="{2E328DF6-B3B2-421F-BB8E-B56430A9223B}" dt="2026-03-16T04:35:11.721" v="1217"/>
        <pc:sldMkLst>
          <pc:docMk/>
          <pc:sldMk cId="423094216" sldId="314"/>
        </pc:sldMkLst>
        <pc:spChg chg="mod">
          <ac:chgData name="김 예찬" userId="17716309b4b9d749" providerId="LiveId" clId="{2E328DF6-B3B2-421F-BB8E-B56430A9223B}" dt="2026-03-04T13:28:22.446" v="502" actId="1076"/>
          <ac:spMkLst>
            <pc:docMk/>
            <pc:sldMk cId="423094216" sldId="314"/>
            <ac:spMk id="2" creationId="{C692A332-BFB9-62DB-504B-E9504BF77AF2}"/>
          </ac:spMkLst>
        </pc:spChg>
      </pc:sldChg>
      <pc:sldChg chg="addSp delSp modSp add mod">
        <pc:chgData name="김 예찬" userId="17716309b4b9d749" providerId="LiveId" clId="{2E328DF6-B3B2-421F-BB8E-B56430A9223B}" dt="2026-03-16T05:29:02.892" v="1969" actId="1076"/>
        <pc:sldMkLst>
          <pc:docMk/>
          <pc:sldMk cId="1036871155" sldId="315"/>
        </pc:sldMkLst>
        <pc:spChg chg="mod">
          <ac:chgData name="김 예찬" userId="17716309b4b9d749" providerId="LiveId" clId="{2E328DF6-B3B2-421F-BB8E-B56430A9223B}" dt="2026-03-16T05:25:37.724" v="1828" actId="20577"/>
          <ac:spMkLst>
            <pc:docMk/>
            <pc:sldMk cId="1036871155" sldId="315"/>
            <ac:spMk id="2" creationId="{315C22E4-0AA4-351A-900E-482EF5EDCA71}"/>
          </ac:spMkLst>
        </pc:spChg>
        <pc:spChg chg="mod">
          <ac:chgData name="김 예찬" userId="17716309b4b9d749" providerId="LiveId" clId="{2E328DF6-B3B2-421F-BB8E-B56430A9223B}" dt="2026-03-16T05:27:14.615" v="1910" actId="20577"/>
          <ac:spMkLst>
            <pc:docMk/>
            <pc:sldMk cId="1036871155" sldId="315"/>
            <ac:spMk id="3" creationId="{2964122D-5A9C-1D44-802D-D34273CD0588}"/>
          </ac:spMkLst>
        </pc:spChg>
        <pc:spChg chg="add del mod">
          <ac:chgData name="김 예찬" userId="17716309b4b9d749" providerId="LiveId" clId="{2E328DF6-B3B2-421F-BB8E-B56430A9223B}" dt="2026-03-16T05:28:06.294" v="1937" actId="21"/>
          <ac:spMkLst>
            <pc:docMk/>
            <pc:sldMk cId="1036871155" sldId="315"/>
            <ac:spMk id="4" creationId="{D50C99F3-0F53-C138-9100-65F44758D42B}"/>
          </ac:spMkLst>
        </pc:spChg>
        <pc:spChg chg="mod">
          <ac:chgData name="김 예찬" userId="17716309b4b9d749" providerId="LiveId" clId="{2E328DF6-B3B2-421F-BB8E-B56430A9223B}" dt="2026-03-16T05:26:56.383" v="1875" actId="20577"/>
          <ac:spMkLst>
            <pc:docMk/>
            <pc:sldMk cId="1036871155" sldId="315"/>
            <ac:spMk id="5" creationId="{459FC304-119F-8A05-5ECB-99E1EA6FCC72}"/>
          </ac:spMkLst>
        </pc:spChg>
        <pc:spChg chg="add mod">
          <ac:chgData name="김 예찬" userId="17716309b4b9d749" providerId="LiveId" clId="{2E328DF6-B3B2-421F-BB8E-B56430A9223B}" dt="2026-03-16T05:27:28.905" v="1912"/>
          <ac:spMkLst>
            <pc:docMk/>
            <pc:sldMk cId="1036871155" sldId="315"/>
            <ac:spMk id="6" creationId="{615ADB50-BC6A-9418-3D03-051797F4A6A1}"/>
          </ac:spMkLst>
        </pc:spChg>
        <pc:spChg chg="add del mod">
          <ac:chgData name="김 예찬" userId="17716309b4b9d749" providerId="LiveId" clId="{2E328DF6-B3B2-421F-BB8E-B56430A9223B}" dt="2026-03-16T05:28:51.683" v="1966"/>
          <ac:spMkLst>
            <pc:docMk/>
            <pc:sldMk cId="1036871155" sldId="315"/>
            <ac:spMk id="7" creationId="{1A3C5E32-9767-D18F-42BD-789C39A47BBB}"/>
          </ac:spMkLst>
        </pc:spChg>
        <pc:spChg chg="add mod">
          <ac:chgData name="김 예찬" userId="17716309b4b9d749" providerId="LiveId" clId="{2E328DF6-B3B2-421F-BB8E-B56430A9223B}" dt="2026-03-16T05:29:02.892" v="1969" actId="1076"/>
          <ac:spMkLst>
            <pc:docMk/>
            <pc:sldMk cId="1036871155" sldId="315"/>
            <ac:spMk id="8" creationId="{2DC89225-572D-5B70-F016-12384A835A85}"/>
          </ac:spMkLst>
        </pc:spChg>
      </pc:sldChg>
      <pc:sldChg chg="addSp delSp modSp add del mod">
        <pc:chgData name="김 예찬" userId="17716309b4b9d749" providerId="LiveId" clId="{2E328DF6-B3B2-421F-BB8E-B56430A9223B}" dt="2026-03-16T04:33:06.911" v="1183" actId="47"/>
        <pc:sldMkLst>
          <pc:docMk/>
          <pc:sldMk cId="2508595213" sldId="315"/>
        </pc:sldMkLst>
      </pc:sldChg>
      <pc:sldChg chg="addSp delSp modSp add del mod">
        <pc:chgData name="김 예찬" userId="17716309b4b9d749" providerId="LiveId" clId="{2E328DF6-B3B2-421F-BB8E-B56430A9223B}" dt="2026-03-16T04:33:07.835" v="1184" actId="47"/>
        <pc:sldMkLst>
          <pc:docMk/>
          <pc:sldMk cId="1530277245" sldId="316"/>
        </pc:sldMkLst>
      </pc:sldChg>
      <pc:sldChg chg="addSp modSp add mod ord">
        <pc:chgData name="김 예찬" userId="17716309b4b9d749" providerId="LiveId" clId="{2E328DF6-B3B2-421F-BB8E-B56430A9223B}" dt="2026-03-16T04:35:30.313" v="1224" actId="1076"/>
        <pc:sldMkLst>
          <pc:docMk/>
          <pc:sldMk cId="1773782971" sldId="316"/>
        </pc:sldMkLst>
        <pc:spChg chg="mod">
          <ac:chgData name="김 예찬" userId="17716309b4b9d749" providerId="LiveId" clId="{2E328DF6-B3B2-421F-BB8E-B56430A9223B}" dt="2026-03-16T04:35:25.723" v="1221" actId="14100"/>
          <ac:spMkLst>
            <pc:docMk/>
            <pc:sldMk cId="1773782971" sldId="316"/>
            <ac:spMk id="2" creationId="{80F55634-64DF-5E1C-903E-3372F85F158D}"/>
          </ac:spMkLst>
        </pc:spChg>
        <pc:spChg chg="add mod">
          <ac:chgData name="김 예찬" userId="17716309b4b9d749" providerId="LiveId" clId="{2E328DF6-B3B2-421F-BB8E-B56430A9223B}" dt="2026-03-16T04:35:30.313" v="1224" actId="1076"/>
          <ac:spMkLst>
            <pc:docMk/>
            <pc:sldMk cId="1773782971" sldId="316"/>
            <ac:spMk id="3" creationId="{68BE9A50-D6B4-5A04-A33C-A8A71ED6C6C2}"/>
          </ac:spMkLst>
        </pc:spChg>
      </pc:sldChg>
      <pc:sldChg chg="addSp delSp modSp add mod">
        <pc:chgData name="김 예찬" userId="17716309b4b9d749" providerId="LiveId" clId="{2E328DF6-B3B2-421F-BB8E-B56430A9223B}" dt="2026-03-16T04:52:32.735" v="1318" actId="20577"/>
        <pc:sldMkLst>
          <pc:docMk/>
          <pc:sldMk cId="4180468608" sldId="317"/>
        </pc:sldMkLst>
        <pc:spChg chg="mod">
          <ac:chgData name="김 예찬" userId="17716309b4b9d749" providerId="LiveId" clId="{2E328DF6-B3B2-421F-BB8E-B56430A9223B}" dt="2026-03-16T04:52:32.735" v="1318" actId="20577"/>
          <ac:spMkLst>
            <pc:docMk/>
            <pc:sldMk cId="4180468608" sldId="317"/>
            <ac:spMk id="4" creationId="{425B280C-7C9E-A61A-D570-118B0CDB8BA3}"/>
          </ac:spMkLst>
        </pc:spChg>
        <pc:picChg chg="del">
          <ac:chgData name="김 예찬" userId="17716309b4b9d749" providerId="LiveId" clId="{2E328DF6-B3B2-421F-BB8E-B56430A9223B}" dt="2026-03-16T04:47:30.604" v="1265" actId="478"/>
          <ac:picMkLst>
            <pc:docMk/>
            <pc:sldMk cId="4180468608" sldId="317"/>
            <ac:picMk id="5" creationId="{9EC912B6-1EC1-649B-A154-B3FF879E130C}"/>
          </ac:picMkLst>
        </pc:picChg>
        <pc:picChg chg="add mod">
          <ac:chgData name="김 예찬" userId="17716309b4b9d749" providerId="LiveId" clId="{2E328DF6-B3B2-421F-BB8E-B56430A9223B}" dt="2026-03-16T04:47:39.338" v="1270" actId="1076"/>
          <ac:picMkLst>
            <pc:docMk/>
            <pc:sldMk cId="4180468608" sldId="317"/>
            <ac:picMk id="6" creationId="{0885B13D-22C4-D43F-89D1-CB2E8FEE02E4}"/>
          </ac:picMkLst>
        </pc:picChg>
      </pc:sldChg>
      <pc:sldChg chg="addSp delSp modSp add mod">
        <pc:chgData name="김 예찬" userId="17716309b4b9d749" providerId="LiveId" clId="{2E328DF6-B3B2-421F-BB8E-B56430A9223B}" dt="2026-03-16T04:52:09.541" v="1308" actId="20577"/>
        <pc:sldMkLst>
          <pc:docMk/>
          <pc:sldMk cId="610400955" sldId="318"/>
        </pc:sldMkLst>
        <pc:spChg chg="add del mod">
          <ac:chgData name="김 예찬" userId="17716309b4b9d749" providerId="LiveId" clId="{2E328DF6-B3B2-421F-BB8E-B56430A9223B}" dt="2026-03-16T04:52:09.541" v="1308" actId="20577"/>
          <ac:spMkLst>
            <pc:docMk/>
            <pc:sldMk cId="610400955" sldId="318"/>
            <ac:spMk id="4" creationId="{D59610BA-0D64-9952-A0C8-B2F436BF032C}"/>
          </ac:spMkLst>
        </pc:spChg>
        <pc:picChg chg="del">
          <ac:chgData name="김 예찬" userId="17716309b4b9d749" providerId="LiveId" clId="{2E328DF6-B3B2-421F-BB8E-B56430A9223B}" dt="2026-03-16T04:50:07.002" v="1271" actId="478"/>
          <ac:picMkLst>
            <pc:docMk/>
            <pc:sldMk cId="610400955" sldId="318"/>
            <ac:picMk id="5" creationId="{3DCCA699-3DF8-F069-11DB-22DC64468C5B}"/>
          </ac:picMkLst>
        </pc:picChg>
        <pc:picChg chg="add del mod modCrop">
          <ac:chgData name="김 예찬" userId="17716309b4b9d749" providerId="LiveId" clId="{2E328DF6-B3B2-421F-BB8E-B56430A9223B}" dt="2026-03-16T04:50:40.498" v="1280" actId="478"/>
          <ac:picMkLst>
            <pc:docMk/>
            <pc:sldMk cId="610400955" sldId="318"/>
            <ac:picMk id="6" creationId="{8B276DA8-75BF-D6E5-A968-996202AEDAC4}"/>
          </ac:picMkLst>
        </pc:picChg>
        <pc:picChg chg="add mod">
          <ac:chgData name="김 예찬" userId="17716309b4b9d749" providerId="LiveId" clId="{2E328DF6-B3B2-421F-BB8E-B56430A9223B}" dt="2026-03-16T04:51:04.156" v="1304" actId="27614"/>
          <ac:picMkLst>
            <pc:docMk/>
            <pc:sldMk cId="610400955" sldId="318"/>
            <ac:picMk id="8" creationId="{DE368062-EB54-F5CA-BD53-59ABBB225D36}"/>
          </ac:picMkLst>
        </pc:picChg>
      </pc:sldChg>
      <pc:sldChg chg="addSp delSp modSp add mod">
        <pc:chgData name="김 예찬" userId="17716309b4b9d749" providerId="LiveId" clId="{2E328DF6-B3B2-421F-BB8E-B56430A9223B}" dt="2026-03-16T05:12:37.277" v="1399" actId="27614"/>
        <pc:sldMkLst>
          <pc:docMk/>
          <pc:sldMk cId="3753397345" sldId="319"/>
        </pc:sldMkLst>
        <pc:spChg chg="mod">
          <ac:chgData name="김 예찬" userId="17716309b4b9d749" providerId="LiveId" clId="{2E328DF6-B3B2-421F-BB8E-B56430A9223B}" dt="2026-03-16T05:12:34.974" v="1398" actId="20577"/>
          <ac:spMkLst>
            <pc:docMk/>
            <pc:sldMk cId="3753397345" sldId="319"/>
            <ac:spMk id="4" creationId="{F276870B-EBBA-F94E-3BC5-AD268B415F6A}"/>
          </ac:spMkLst>
        </pc:spChg>
        <pc:picChg chg="add mod">
          <ac:chgData name="김 예찬" userId="17716309b4b9d749" providerId="LiveId" clId="{2E328DF6-B3B2-421F-BB8E-B56430A9223B}" dt="2026-03-16T05:12:37.277" v="1399" actId="27614"/>
          <ac:picMkLst>
            <pc:docMk/>
            <pc:sldMk cId="3753397345" sldId="319"/>
            <ac:picMk id="5" creationId="{438B3CD5-8438-33D8-A37B-9E09E9802508}"/>
          </ac:picMkLst>
        </pc:picChg>
        <pc:picChg chg="del">
          <ac:chgData name="김 예찬" userId="17716309b4b9d749" providerId="LiveId" clId="{2E328DF6-B3B2-421F-BB8E-B56430A9223B}" dt="2026-03-16T05:12:24.484" v="1382" actId="478"/>
          <ac:picMkLst>
            <pc:docMk/>
            <pc:sldMk cId="3753397345" sldId="319"/>
            <ac:picMk id="8" creationId="{A162F777-025C-B2F2-2A23-B940FFA73987}"/>
          </ac:picMkLst>
        </pc:picChg>
      </pc:sldChg>
      <pc:sldChg chg="addSp delSp modSp add mod">
        <pc:chgData name="김 예찬" userId="17716309b4b9d749" providerId="LiveId" clId="{2E328DF6-B3B2-421F-BB8E-B56430A9223B}" dt="2026-03-16T05:14:17.077" v="1408" actId="14100"/>
        <pc:sldMkLst>
          <pc:docMk/>
          <pc:sldMk cId="1060977113" sldId="320"/>
        </pc:sldMkLst>
        <pc:picChg chg="del">
          <ac:chgData name="김 예찬" userId="17716309b4b9d749" providerId="LiveId" clId="{2E328DF6-B3B2-421F-BB8E-B56430A9223B}" dt="2026-03-16T05:14:02.869" v="1401" actId="478"/>
          <ac:picMkLst>
            <pc:docMk/>
            <pc:sldMk cId="1060977113" sldId="320"/>
            <ac:picMk id="5" creationId="{0403C9DF-5A63-0C04-874D-3702277B29A9}"/>
          </ac:picMkLst>
        </pc:picChg>
        <pc:picChg chg="add mod">
          <ac:chgData name="김 예찬" userId="17716309b4b9d749" providerId="LiveId" clId="{2E328DF6-B3B2-421F-BB8E-B56430A9223B}" dt="2026-03-16T05:14:17.077" v="1408" actId="14100"/>
          <ac:picMkLst>
            <pc:docMk/>
            <pc:sldMk cId="1060977113" sldId="320"/>
            <ac:picMk id="6" creationId="{DB21721C-4680-B4B9-D110-F99A187CA905}"/>
          </ac:picMkLst>
        </pc:picChg>
      </pc:sldChg>
      <pc:sldChg chg="addSp delSp modSp add mod">
        <pc:chgData name="김 예찬" userId="17716309b4b9d749" providerId="LiveId" clId="{2E328DF6-B3B2-421F-BB8E-B56430A9223B}" dt="2026-03-16T05:15:51.955" v="1416" actId="962"/>
        <pc:sldMkLst>
          <pc:docMk/>
          <pc:sldMk cId="1983091134" sldId="321"/>
        </pc:sldMkLst>
        <pc:picChg chg="add mod">
          <ac:chgData name="김 예찬" userId="17716309b4b9d749" providerId="LiveId" clId="{2E328DF6-B3B2-421F-BB8E-B56430A9223B}" dt="2026-03-16T05:15:51.955" v="1416" actId="962"/>
          <ac:picMkLst>
            <pc:docMk/>
            <pc:sldMk cId="1983091134" sldId="321"/>
            <ac:picMk id="5" creationId="{0C0C1A1C-C34B-E2DC-5968-B7F318D59AA9}"/>
          </ac:picMkLst>
        </pc:picChg>
        <pc:picChg chg="del">
          <ac:chgData name="김 예찬" userId="17716309b4b9d749" providerId="LiveId" clId="{2E328DF6-B3B2-421F-BB8E-B56430A9223B}" dt="2026-03-16T05:15:39.927" v="1410" actId="478"/>
          <ac:picMkLst>
            <pc:docMk/>
            <pc:sldMk cId="1983091134" sldId="321"/>
            <ac:picMk id="6" creationId="{9E59AC71-E265-ED75-A823-749AAB209EEE}"/>
          </ac:picMkLst>
        </pc:picChg>
      </pc:sldChg>
      <pc:sldChg chg="modSp add mod">
        <pc:chgData name="김 예찬" userId="17716309b4b9d749" providerId="LiveId" clId="{2E328DF6-B3B2-421F-BB8E-B56430A9223B}" dt="2026-03-16T05:24:52.597" v="1796" actId="1076"/>
        <pc:sldMkLst>
          <pc:docMk/>
          <pc:sldMk cId="1538916945" sldId="322"/>
        </pc:sldMkLst>
        <pc:picChg chg="mod">
          <ac:chgData name="김 예찬" userId="17716309b4b9d749" providerId="LiveId" clId="{2E328DF6-B3B2-421F-BB8E-B56430A9223B}" dt="2026-03-16T05:24:52.597" v="1796" actId="1076"/>
          <ac:picMkLst>
            <pc:docMk/>
            <pc:sldMk cId="1538916945" sldId="322"/>
            <ac:picMk id="6" creationId="{4D626747-8D53-5C39-8C6A-196F1DB0C38A}"/>
          </ac:picMkLst>
        </pc:picChg>
      </pc:sldChg>
      <pc:sldChg chg="add del">
        <pc:chgData name="김 예찬" userId="17716309b4b9d749" providerId="LiveId" clId="{2E328DF6-B3B2-421F-BB8E-B56430A9223B}" dt="2026-03-16T05:27:20.432" v="1911" actId="2696"/>
        <pc:sldMkLst>
          <pc:docMk/>
          <pc:sldMk cId="3780098705" sldId="323"/>
        </pc:sldMkLst>
      </pc:sldChg>
      <pc:sldChg chg="addSp delSp modSp add mod">
        <pc:chgData name="김 예찬" userId="17716309b4b9d749" providerId="LiveId" clId="{2E328DF6-B3B2-421F-BB8E-B56430A9223B}" dt="2026-03-16T05:22:09.477" v="1646" actId="20577"/>
        <pc:sldMkLst>
          <pc:docMk/>
          <pc:sldMk cId="4268240240" sldId="324"/>
        </pc:sldMkLst>
        <pc:spChg chg="add del mod">
          <ac:chgData name="김 예찬" userId="17716309b4b9d749" providerId="LiveId" clId="{2E328DF6-B3B2-421F-BB8E-B56430A9223B}" dt="2026-03-16T05:22:09.477" v="1646" actId="20577"/>
          <ac:spMkLst>
            <pc:docMk/>
            <pc:sldMk cId="4268240240" sldId="324"/>
            <ac:spMk id="7" creationId="{9BB49B70-9BED-E43A-4FB4-E6472138AB28}"/>
          </ac:spMkLst>
        </pc:spChg>
        <pc:spChg chg="del">
          <ac:chgData name="김 예찬" userId="17716309b4b9d749" providerId="LiveId" clId="{2E328DF6-B3B2-421F-BB8E-B56430A9223B}" dt="2026-03-16T05:19:54.203" v="1594" actId="478"/>
          <ac:spMkLst>
            <pc:docMk/>
            <pc:sldMk cId="4268240240" sldId="324"/>
            <ac:spMk id="8" creationId="{632657E1-FB3C-2CA1-516F-5D473AD62FD8}"/>
          </ac:spMkLst>
        </pc:spChg>
        <pc:picChg chg="add del mod">
          <ac:chgData name="김 예찬" userId="17716309b4b9d749" providerId="LiveId" clId="{2E328DF6-B3B2-421F-BB8E-B56430A9223B}" dt="2026-03-16T05:21:44.098" v="1595" actId="478"/>
          <ac:picMkLst>
            <pc:docMk/>
            <pc:sldMk cId="4268240240" sldId="324"/>
            <ac:picMk id="4" creationId="{014370C9-7226-5AB2-23B6-47F91A9F4A12}"/>
          </ac:picMkLst>
        </pc:picChg>
        <pc:picChg chg="add mod">
          <ac:chgData name="김 예찬" userId="17716309b4b9d749" providerId="LiveId" clId="{2E328DF6-B3B2-421F-BB8E-B56430A9223B}" dt="2026-03-16T05:21:56.743" v="1600" actId="27614"/>
          <ac:picMkLst>
            <pc:docMk/>
            <pc:sldMk cId="4268240240" sldId="324"/>
            <ac:picMk id="6" creationId="{FFF1AC96-05D5-A253-1BF1-A1C6C0A61F94}"/>
          </ac:picMkLst>
        </pc:picChg>
        <pc:picChg chg="del">
          <ac:chgData name="김 예찬" userId="17716309b4b9d749" providerId="LiveId" clId="{2E328DF6-B3B2-421F-BB8E-B56430A9223B}" dt="2026-03-16T05:19:05.253" v="1535" actId="478"/>
          <ac:picMkLst>
            <pc:docMk/>
            <pc:sldMk cId="4268240240" sldId="324"/>
            <ac:picMk id="10" creationId="{307003D1-CB9F-9116-6777-46CF127EA7FA}"/>
          </ac:picMkLst>
        </pc:picChg>
      </pc:sldChg>
      <pc:sldChg chg="addSp delSp modSp add mod">
        <pc:chgData name="김 예찬" userId="17716309b4b9d749" providerId="LiveId" clId="{2E328DF6-B3B2-421F-BB8E-B56430A9223B}" dt="2026-03-16T09:10:42.222" v="2073" actId="14100"/>
        <pc:sldMkLst>
          <pc:docMk/>
          <pc:sldMk cId="1140591114" sldId="325"/>
        </pc:sldMkLst>
        <pc:spChg chg="mod">
          <ac:chgData name="김 예찬" userId="17716309b4b9d749" providerId="LiveId" clId="{2E328DF6-B3B2-421F-BB8E-B56430A9223B}" dt="2026-03-16T05:22:54.227" v="1701" actId="20577"/>
          <ac:spMkLst>
            <pc:docMk/>
            <pc:sldMk cId="1140591114" sldId="325"/>
            <ac:spMk id="7" creationId="{EE576471-C05D-E814-FFDC-AB762CA9BF42}"/>
          </ac:spMkLst>
        </pc:spChg>
        <pc:picChg chg="add mod">
          <ac:chgData name="김 예찬" userId="17716309b4b9d749" providerId="LiveId" clId="{2E328DF6-B3B2-421F-BB8E-B56430A9223B}" dt="2026-03-16T09:10:42.222" v="2073" actId="14100"/>
          <ac:picMkLst>
            <pc:docMk/>
            <pc:sldMk cId="1140591114" sldId="325"/>
            <ac:picMk id="4" creationId="{2D47D504-9735-8F6C-3DFC-6E1D93337D13}"/>
          </ac:picMkLst>
        </pc:picChg>
        <pc:picChg chg="del">
          <ac:chgData name="김 예찬" userId="17716309b4b9d749" providerId="LiveId" clId="{2E328DF6-B3B2-421F-BB8E-B56430A9223B}" dt="2026-03-16T05:22:37.454" v="1648" actId="478"/>
          <ac:picMkLst>
            <pc:docMk/>
            <pc:sldMk cId="1140591114" sldId="325"/>
            <ac:picMk id="6" creationId="{65755813-BDDA-3653-9BF6-68C6F99F375E}"/>
          </ac:picMkLst>
        </pc:picChg>
      </pc:sldChg>
      <pc:sldChg chg="addSp delSp modSp add mod">
        <pc:chgData name="김 예찬" userId="17716309b4b9d749" providerId="LiveId" clId="{2E328DF6-B3B2-421F-BB8E-B56430A9223B}" dt="2026-03-16T05:23:25.054" v="1716" actId="962"/>
        <pc:sldMkLst>
          <pc:docMk/>
          <pc:sldMk cId="1346134337" sldId="326"/>
        </pc:sldMkLst>
        <pc:spChg chg="mod">
          <ac:chgData name="김 예찬" userId="17716309b4b9d749" providerId="LiveId" clId="{2E328DF6-B3B2-421F-BB8E-B56430A9223B}" dt="2026-03-16T05:23:25.054" v="1716" actId="962"/>
          <ac:spMkLst>
            <pc:docMk/>
            <pc:sldMk cId="1346134337" sldId="326"/>
            <ac:spMk id="7" creationId="{6C740063-566C-5B22-A724-4D5735068C76}"/>
          </ac:spMkLst>
        </pc:spChg>
        <pc:picChg chg="del">
          <ac:chgData name="김 예찬" userId="17716309b4b9d749" providerId="LiveId" clId="{2E328DF6-B3B2-421F-BB8E-B56430A9223B}" dt="2026-03-16T05:23:15.354" v="1703" actId="478"/>
          <ac:picMkLst>
            <pc:docMk/>
            <pc:sldMk cId="1346134337" sldId="326"/>
            <ac:picMk id="4" creationId="{AC1732D0-DE3B-A236-A5FE-01023371C90A}"/>
          </ac:picMkLst>
        </pc:picChg>
        <pc:picChg chg="add mod">
          <ac:chgData name="김 예찬" userId="17716309b4b9d749" providerId="LiveId" clId="{2E328DF6-B3B2-421F-BB8E-B56430A9223B}" dt="2026-03-16T05:23:25.053" v="1715" actId="27614"/>
          <ac:picMkLst>
            <pc:docMk/>
            <pc:sldMk cId="1346134337" sldId="326"/>
            <ac:picMk id="5" creationId="{35F5EE2F-A8BB-10A7-75EF-4193A87BAE40}"/>
          </ac:picMkLst>
        </pc:picChg>
      </pc:sldChg>
      <pc:sldChg chg="add del">
        <pc:chgData name="김 예찬" userId="17716309b4b9d749" providerId="LiveId" clId="{2E328DF6-B3B2-421F-BB8E-B56430A9223B}" dt="2026-03-16T05:24:41.361" v="1795" actId="2696"/>
        <pc:sldMkLst>
          <pc:docMk/>
          <pc:sldMk cId="2600522145" sldId="327"/>
        </pc:sldMkLst>
      </pc:sldChg>
      <pc:sldChg chg="addSp delSp modSp add mod">
        <pc:chgData name="김 예찬" userId="17716309b4b9d749" providerId="LiveId" clId="{2E328DF6-B3B2-421F-BB8E-B56430A9223B}" dt="2026-03-16T05:24:20.040" v="1794" actId="20577"/>
        <pc:sldMkLst>
          <pc:docMk/>
          <pc:sldMk cId="159034207" sldId="328"/>
        </pc:sldMkLst>
        <pc:spChg chg="mod">
          <ac:chgData name="김 예찬" userId="17716309b4b9d749" providerId="LiveId" clId="{2E328DF6-B3B2-421F-BB8E-B56430A9223B}" dt="2026-03-16T05:24:20.040" v="1794" actId="20577"/>
          <ac:spMkLst>
            <pc:docMk/>
            <pc:sldMk cId="159034207" sldId="328"/>
            <ac:spMk id="7" creationId="{CF171447-6902-2679-AF34-8FE13D93E74A}"/>
          </ac:spMkLst>
        </pc:spChg>
        <pc:picChg chg="add mod">
          <ac:chgData name="김 예찬" userId="17716309b4b9d749" providerId="LiveId" clId="{2E328DF6-B3B2-421F-BB8E-B56430A9223B}" dt="2026-03-16T05:24:10.018" v="1740" actId="27614"/>
          <ac:picMkLst>
            <pc:docMk/>
            <pc:sldMk cId="159034207" sldId="328"/>
            <ac:picMk id="4" creationId="{DC6B7B5B-C3DC-AE3E-8A00-9FBC58E2F108}"/>
          </ac:picMkLst>
        </pc:picChg>
        <pc:picChg chg="del">
          <ac:chgData name="김 예찬" userId="17716309b4b9d749" providerId="LiveId" clId="{2E328DF6-B3B2-421F-BB8E-B56430A9223B}" dt="2026-03-16T05:23:59.842" v="1719" actId="478"/>
          <ac:picMkLst>
            <pc:docMk/>
            <pc:sldMk cId="159034207" sldId="328"/>
            <ac:picMk id="5" creationId="{D0B640F2-50DA-F670-D7D1-F185196EBE7C}"/>
          </ac:picMkLst>
        </pc:picChg>
      </pc:sldChg>
      <pc:sldChg chg="addSp delSp modSp add mod">
        <pc:chgData name="김 예찬" userId="17716309b4b9d749" providerId="LiveId" clId="{2E328DF6-B3B2-421F-BB8E-B56430A9223B}" dt="2026-03-16T09:04:14.546" v="2072" actId="2711"/>
        <pc:sldMkLst>
          <pc:docMk/>
          <pc:sldMk cId="2941794254" sldId="329"/>
        </pc:sldMkLst>
        <pc:spChg chg="add del mod">
          <ac:chgData name="김 예찬" userId="17716309b4b9d749" providerId="LiveId" clId="{2E328DF6-B3B2-421F-BB8E-B56430A9223B}" dt="2026-03-16T09:04:07.638" v="2071" actId="1076"/>
          <ac:spMkLst>
            <pc:docMk/>
            <pc:sldMk cId="2941794254" sldId="329"/>
            <ac:spMk id="2" creationId="{1BAA8898-813B-4999-3783-B1432BE5A952}"/>
          </ac:spMkLst>
        </pc:spChg>
        <pc:spChg chg="del mod">
          <ac:chgData name="김 예찬" userId="17716309b4b9d749" providerId="LiveId" clId="{2E328DF6-B3B2-421F-BB8E-B56430A9223B}" dt="2026-03-16T05:29:14.458" v="1970" actId="478"/>
          <ac:spMkLst>
            <pc:docMk/>
            <pc:sldMk cId="2941794254" sldId="329"/>
            <ac:spMk id="3" creationId="{AC3D700D-89DE-E534-CFF9-7BFD3B016C86}"/>
          </ac:spMkLst>
        </pc:spChg>
        <pc:spChg chg="add mod">
          <ac:chgData name="김 예찬" userId="17716309b4b9d749" providerId="LiveId" clId="{2E328DF6-B3B2-421F-BB8E-B56430A9223B}" dt="2026-03-16T09:04:14.546" v="2072" actId="2711"/>
          <ac:spMkLst>
            <pc:docMk/>
            <pc:sldMk cId="2941794254" sldId="329"/>
            <ac:spMk id="4" creationId="{D50C99F3-0F53-C138-9100-65F44758D42B}"/>
          </ac:spMkLst>
        </pc:spChg>
        <pc:spChg chg="mod">
          <ac:chgData name="김 예찬" userId="17716309b4b9d749" providerId="LiveId" clId="{2E328DF6-B3B2-421F-BB8E-B56430A9223B}" dt="2026-03-16T09:04:14.546" v="2072" actId="2711"/>
          <ac:spMkLst>
            <pc:docMk/>
            <pc:sldMk cId="2941794254" sldId="329"/>
            <ac:spMk id="5" creationId="{ECE0C62E-99CB-C77E-9871-AC014B1FDA92}"/>
          </ac:spMkLst>
        </pc:spChg>
        <pc:spChg chg="del">
          <ac:chgData name="김 예찬" userId="17716309b4b9d749" providerId="LiveId" clId="{2E328DF6-B3B2-421F-BB8E-B56430A9223B}" dt="2026-03-16T05:28:16.311" v="1940" actId="478"/>
          <ac:spMkLst>
            <pc:docMk/>
            <pc:sldMk cId="2941794254" sldId="329"/>
            <ac:spMk id="6" creationId="{2D24AC8B-3297-DD25-2150-8234506B6A8D}"/>
          </ac:spMkLst>
        </pc:spChg>
      </pc:sldChg>
      <pc:sldMasterChg chg="modSp mod addSldLayout modSldLayout sldLayoutOrd">
        <pc:chgData name="김 예찬" userId="17716309b4b9d749" providerId="LiveId" clId="{2E328DF6-B3B2-421F-BB8E-B56430A9223B}" dt="2026-03-16T09:03:43.394" v="2065" actId="20577"/>
        <pc:sldMasterMkLst>
          <pc:docMk/>
          <pc:sldMasterMk cId="1057648596" sldId="2147483660"/>
        </pc:sldMasterMkLst>
        <pc:spChg chg="mod">
          <ac:chgData name="김 예찬" userId="17716309b4b9d749" providerId="LiveId" clId="{2E328DF6-B3B2-421F-BB8E-B56430A9223B}" dt="2026-03-09T09:15:23.354" v="996" actId="2711"/>
          <ac:spMkLst>
            <pc:docMk/>
            <pc:sldMasterMk cId="1057648596" sldId="2147483660"/>
            <ac:spMk id="3" creationId="{00000000-0000-0000-0000-000000000000}"/>
          </ac:spMkLst>
        </pc:spChg>
        <pc:spChg chg="mod">
          <ac:chgData name="김 예찬" userId="17716309b4b9d749" providerId="LiveId" clId="{2E328DF6-B3B2-421F-BB8E-B56430A9223B}" dt="2026-03-16T09:03:30.668" v="2054" actId="20577"/>
          <ac:spMkLst>
            <pc:docMk/>
            <pc:sldMasterMk cId="1057648596" sldId="2147483660"/>
            <ac:spMk id="13" creationId="{5AE305E2-E207-4295-87D5-B0281DD7B54B}"/>
          </ac:spMkLst>
        </pc:spChg>
        <pc:spChg chg="mod">
          <ac:chgData name="김 예찬" userId="17716309b4b9d749" providerId="LiveId" clId="{2E328DF6-B3B2-421F-BB8E-B56430A9223B}" dt="2026-03-16T09:03:43.394" v="2065" actId="20577"/>
          <ac:spMkLst>
            <pc:docMk/>
            <pc:sldMasterMk cId="1057648596" sldId="2147483660"/>
            <ac:spMk id="14" creationId="{821C3857-B650-4694-853E-C7AB2483F49B}"/>
          </ac:spMkLst>
        </pc:spChg>
        <pc:spChg chg="mod">
          <ac:chgData name="김 예찬" userId="17716309b4b9d749" providerId="LiveId" clId="{2E328DF6-B3B2-421F-BB8E-B56430A9223B}" dt="2026-03-09T09:15:31.567" v="997" actId="2711"/>
          <ac:spMkLst>
            <pc:docMk/>
            <pc:sldMasterMk cId="1057648596" sldId="2147483660"/>
            <ac:spMk id="15" creationId="{C7E2276B-FCB6-4F9C-AE3A-B3E1B6A44CDE}"/>
          </ac:spMkLst>
        </pc:spChg>
        <pc:sldLayoutChg chg="addSp delSp modSp mod">
          <pc:chgData name="김 예찬" userId="17716309b4b9d749" providerId="LiveId" clId="{2E328DF6-B3B2-421F-BB8E-B56430A9223B}" dt="2026-03-04T13:25:56.191" v="379" actId="20577"/>
          <pc:sldLayoutMkLst>
            <pc:docMk/>
            <pc:sldMasterMk cId="1057648596" sldId="2147483660"/>
            <pc:sldLayoutMk cId="1118882344" sldId="2147483661"/>
          </pc:sldLayoutMkLst>
          <pc:spChg chg="mod">
            <ac:chgData name="김 예찬" userId="17716309b4b9d749" providerId="LiveId" clId="{2E328DF6-B3B2-421F-BB8E-B56430A9223B}" dt="2026-03-04T13:25:48.224" v="376" actId="20577"/>
            <ac:spMkLst>
              <pc:docMk/>
              <pc:sldMasterMk cId="1057648596" sldId="2147483660"/>
              <pc:sldLayoutMk cId="1118882344" sldId="2147483661"/>
              <ac:spMk id="13" creationId="{C6C6B745-75C4-47EB-8A1D-AD86E38D5D30}"/>
            </ac:spMkLst>
          </pc:spChg>
          <pc:spChg chg="mod">
            <ac:chgData name="김 예찬" userId="17716309b4b9d749" providerId="LiveId" clId="{2E328DF6-B3B2-421F-BB8E-B56430A9223B}" dt="2026-03-04T13:25:56.191" v="379" actId="20577"/>
            <ac:spMkLst>
              <pc:docMk/>
              <pc:sldMasterMk cId="1057648596" sldId="2147483660"/>
              <pc:sldLayoutMk cId="1118882344" sldId="2147483661"/>
              <ac:spMk id="14" creationId="{500548BC-409E-420B-8D1B-E43F4729D956}"/>
            </ac:spMkLst>
          </pc:spChg>
        </pc:sldLayoutChg>
        <pc:sldLayoutChg chg="addSp delSp modSp mod">
          <pc:chgData name="김 예찬" userId="17716309b4b9d749" providerId="LiveId" clId="{2E328DF6-B3B2-421F-BB8E-B56430A9223B}" dt="2026-03-16T05:25:15.804" v="1801" actId="20577"/>
          <pc:sldLayoutMkLst>
            <pc:docMk/>
            <pc:sldMasterMk cId="1057648596" sldId="2147483660"/>
            <pc:sldLayoutMk cId="3445856096" sldId="2147483667"/>
          </pc:sldLayoutMkLst>
          <pc:spChg chg="add mod">
            <ac:chgData name="김 예찬" userId="17716309b4b9d749" providerId="LiveId" clId="{2E328DF6-B3B2-421F-BB8E-B56430A9223B}" dt="2026-03-16T04:34:21.852" v="1187" actId="1076"/>
            <ac:spMkLst>
              <pc:docMk/>
              <pc:sldMasterMk cId="1057648596" sldId="2147483660"/>
              <pc:sldLayoutMk cId="3445856096" sldId="2147483667"/>
              <ac:spMk id="2" creationId="{B0BF66B0-FEED-C44B-0960-F3F99E06A718}"/>
            </ac:spMkLst>
          </pc:spChg>
          <pc:spChg chg="mod">
            <ac:chgData name="김 예찬" userId="17716309b4b9d749" providerId="LiveId" clId="{2E328DF6-B3B2-421F-BB8E-B56430A9223B}" dt="2026-03-16T04:34:21.852" v="1187" actId="1076"/>
            <ac:spMkLst>
              <pc:docMk/>
              <pc:sldMasterMk cId="1057648596" sldId="2147483660"/>
              <pc:sldLayoutMk cId="3445856096" sldId="2147483667"/>
              <ac:spMk id="6" creationId="{E1AA4354-DF1C-401E-882B-2553998228D5}"/>
            </ac:spMkLst>
          </pc:spChg>
          <pc:spChg chg="mod">
            <ac:chgData name="김 예찬" userId="17716309b4b9d749" providerId="LiveId" clId="{2E328DF6-B3B2-421F-BB8E-B56430A9223B}" dt="2026-03-16T05:25:15.804" v="1801" actId="20577"/>
            <ac:spMkLst>
              <pc:docMk/>
              <pc:sldMasterMk cId="1057648596" sldId="2147483660"/>
              <pc:sldLayoutMk cId="3445856096" sldId="2147483667"/>
              <ac:spMk id="14" creationId="{636D9A9D-48A9-4F4C-91AD-B88065D43ECC}"/>
            </ac:spMkLst>
          </pc:spChg>
          <pc:spChg chg="add del mod">
            <ac:chgData name="김 예찬" userId="17716309b4b9d749" providerId="LiveId" clId="{2E328DF6-B3B2-421F-BB8E-B56430A9223B}" dt="2026-03-16T04:34:21.852" v="1187" actId="1076"/>
            <ac:spMkLst>
              <pc:docMk/>
              <pc:sldMasterMk cId="1057648596" sldId="2147483660"/>
              <pc:sldLayoutMk cId="3445856096" sldId="2147483667"/>
              <ac:spMk id="15" creationId="{14E7FE4C-EE05-44CA-AC27-A63B4C2ACEB5}"/>
            </ac:spMkLst>
          </pc:spChg>
          <pc:picChg chg="mod">
            <ac:chgData name="김 예찬" userId="17716309b4b9d749" providerId="LiveId" clId="{2E328DF6-B3B2-421F-BB8E-B56430A9223B}" dt="2026-03-16T04:34:21.852" v="1187" actId="1076"/>
            <ac:picMkLst>
              <pc:docMk/>
              <pc:sldMasterMk cId="1057648596" sldId="2147483660"/>
              <pc:sldLayoutMk cId="3445856096" sldId="2147483667"/>
              <ac:picMk id="8" creationId="{CB87553A-025E-4167-92C8-1387432D5CF4}"/>
            </ac:picMkLst>
          </pc:picChg>
          <pc:cxnChg chg="mod">
            <ac:chgData name="김 예찬" userId="17716309b4b9d749" providerId="LiveId" clId="{2E328DF6-B3B2-421F-BB8E-B56430A9223B}" dt="2026-03-16T04:34:21.852" v="1187" actId="1076"/>
            <ac:cxnSpMkLst>
              <pc:docMk/>
              <pc:sldMasterMk cId="1057648596" sldId="2147483660"/>
              <pc:sldLayoutMk cId="3445856096" sldId="2147483667"/>
              <ac:cxnSpMk id="5" creationId="{6E38EAEB-FB11-48F8-96DB-61AB9D02F302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0245CF-FBD6-471D-9E32-1B7A35F68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1E0AFF-ECE9-4B7D-8D52-36BADAD98A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BC53-2A67-4154-BFE0-0A0F27AA9D8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299528-CFB6-4534-9A61-EBEE474F26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DB1E71-6D7B-4D58-93D3-F2243C9A80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06C15-D088-4D2E-9210-8E326CB242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76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6DF9C-6B91-4A8D-91A4-2FFB2294EA5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5A4C7-A712-42F9-B478-DB661AC9A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1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5A4C7-A712-42F9-B478-DB661AC9A50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797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A870-8283-A3E0-3CEA-0FA74F0D1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777C71-5997-F569-73D2-FBB9C645B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47D30-51F3-9ADA-6AE7-38058B267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176DD-D981-C89E-088E-0127A052E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5A4C7-A712-42F9-B478-DB661AC9A50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355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B9DB874-F7D9-4065-83E1-465FFF500240}"/>
              </a:ext>
            </a:extLst>
          </p:cNvPr>
          <p:cNvGrpSpPr/>
          <p:nvPr userDrawn="1"/>
        </p:nvGrpSpPr>
        <p:grpSpPr>
          <a:xfrm>
            <a:off x="-1" y="0"/>
            <a:ext cx="10691814" cy="7619999"/>
            <a:chOff x="-1" y="0"/>
            <a:chExt cx="10691814" cy="76199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4481D5F-E8DE-466C-8D32-00E1C3982D5C}"/>
                </a:ext>
              </a:extLst>
            </p:cNvPr>
            <p:cNvSpPr/>
            <p:nvPr userDrawn="1"/>
          </p:nvSpPr>
          <p:spPr>
            <a:xfrm>
              <a:off x="0" y="1136072"/>
              <a:ext cx="10691813" cy="64839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534D9F-D777-4A00-9385-46CD348527B4}"/>
                </a:ext>
              </a:extLst>
            </p:cNvPr>
            <p:cNvSpPr/>
            <p:nvPr userDrawn="1"/>
          </p:nvSpPr>
          <p:spPr>
            <a:xfrm>
              <a:off x="-1" y="0"/>
              <a:ext cx="7683501" cy="85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C6C6B745-75C4-47EB-8A1D-AD86E38D5D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1886" y="2343150"/>
            <a:ext cx="9088041" cy="110683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en-US" altLang="ko-KR" b="1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DPA</a:t>
            </a:r>
            <a:endParaRPr lang="ko-KR" altLang="en-US" b="1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500548BC-409E-420B-8D1B-E43F4729D9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477" y="4122980"/>
            <a:ext cx="8018860" cy="1825171"/>
          </a:xfrm>
          <a:prstGeom prst="rect">
            <a:avLst/>
          </a:prstGeom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날짜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9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소속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65C0AD07-CA6B-41D3-B6F7-FB702CA5515F}"/>
              </a:ext>
            </a:extLst>
          </p:cNvPr>
          <p:cNvSpPr/>
          <p:nvPr userDrawn="1"/>
        </p:nvSpPr>
        <p:spPr>
          <a:xfrm flipV="1">
            <a:off x="0" y="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E47F849A-415E-4773-BF37-E655293C298E}"/>
              </a:ext>
            </a:extLst>
          </p:cNvPr>
          <p:cNvSpPr/>
          <p:nvPr userDrawn="1"/>
        </p:nvSpPr>
        <p:spPr>
          <a:xfrm rot="10800000" flipV="1">
            <a:off x="9655493" y="658368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88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E0DBC7E-C587-45D7-B02A-AB22C629ECFF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24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E38EAEB-FB11-48F8-96DB-61AB9D02F302}"/>
              </a:ext>
            </a:extLst>
          </p:cNvPr>
          <p:cNvCxnSpPr/>
          <p:nvPr userDrawn="1"/>
        </p:nvCxnSpPr>
        <p:spPr>
          <a:xfrm flipH="1">
            <a:off x="485906" y="1404504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A4354-DF1C-401E-882B-2553998228D5}"/>
              </a:ext>
            </a:extLst>
          </p:cNvPr>
          <p:cNvSpPr/>
          <p:nvPr userDrawn="1"/>
        </p:nvSpPr>
        <p:spPr>
          <a:xfrm>
            <a:off x="1184382" y="642521"/>
            <a:ext cx="1787418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목차</a:t>
            </a:r>
          </a:p>
        </p:txBody>
      </p:sp>
      <p:pic>
        <p:nvPicPr>
          <p:cNvPr id="8" name="그래픽 7" descr="돋보기">
            <a:extLst>
              <a:ext uri="{FF2B5EF4-FFF2-40B4-BE49-F238E27FC236}">
                <a16:creationId xmlns:a16="http://schemas.microsoft.com/office/drawing/2014/main" id="{CB87553A-025E-4167-92C8-1387432D5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906" y="642521"/>
            <a:ext cx="698476" cy="69847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36D9A9D-48A9-4F4C-91AD-B88065D43ECC}"/>
              </a:ext>
            </a:extLst>
          </p:cNvPr>
          <p:cNvSpPr/>
          <p:nvPr userDrawn="1"/>
        </p:nvSpPr>
        <p:spPr>
          <a:xfrm>
            <a:off x="485906" y="6273007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3.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보완점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E7FE4C-EE05-44CA-AC27-A63B4C2ACEB5}"/>
              </a:ext>
            </a:extLst>
          </p:cNvPr>
          <p:cNvSpPr/>
          <p:nvPr userDrawn="1"/>
        </p:nvSpPr>
        <p:spPr>
          <a:xfrm>
            <a:off x="485906" y="185332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0BF66B0-FEED-C44B-0960-F3F99E06A718}"/>
              </a:ext>
            </a:extLst>
          </p:cNvPr>
          <p:cNvSpPr/>
          <p:nvPr userDrawn="1"/>
        </p:nvSpPr>
        <p:spPr>
          <a:xfrm>
            <a:off x="485906" y="4060177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작성</a:t>
            </a:r>
          </a:p>
        </p:txBody>
      </p:sp>
    </p:spTree>
    <p:extLst>
      <p:ext uri="{BB962C8B-B14F-4D97-AF65-F5344CB8AC3E}">
        <p14:creationId xmlns:p14="http://schemas.microsoft.com/office/powerpoint/2010/main" val="34458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0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04F43-AC4A-472F-B541-A84961621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16" y="2145533"/>
            <a:ext cx="3971379" cy="422872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FBF170-4745-41F2-82D1-A27BE80B24BD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래픽 4" descr="돋보기">
            <a:extLst>
              <a:ext uri="{FF2B5EF4-FFF2-40B4-BE49-F238E27FC236}">
                <a16:creationId xmlns:a16="http://schemas.microsoft.com/office/drawing/2014/main" id="{D9579D36-CA28-4A7D-B433-0679485BB9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C2B0E3-3EC8-42A3-922E-037F63F937FF}"/>
              </a:ext>
            </a:extLst>
          </p:cNvPr>
          <p:cNvSpPr/>
          <p:nvPr userDrawn="1"/>
        </p:nvSpPr>
        <p:spPr>
          <a:xfrm>
            <a:off x="1184381" y="625675"/>
            <a:ext cx="3555569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ko-KR" sz="36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Question?</a:t>
            </a:r>
            <a:endParaRPr lang="ko-KR" altLang="en-US" sz="3600" b="1" dirty="0">
              <a:solidFill>
                <a:schemeClr val="tx1"/>
              </a:solidFill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28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E25DDA-3340-4322-89A1-29FE57DAC80E}"/>
              </a:ext>
            </a:extLst>
          </p:cNvPr>
          <p:cNvSpPr/>
          <p:nvPr userDrawn="1"/>
        </p:nvSpPr>
        <p:spPr>
          <a:xfrm>
            <a:off x="0" y="7282675"/>
            <a:ext cx="10684193" cy="276999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305E2-E207-4295-87D5-B0281DD7B54B}"/>
              </a:ext>
            </a:extLst>
          </p:cNvPr>
          <p:cNvSpPr txBox="1"/>
          <p:nvPr userDrawn="1"/>
        </p:nvSpPr>
        <p:spPr>
          <a:xfrm>
            <a:off x="9745168" y="7282676"/>
            <a:ext cx="94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7E0F416-4AE2-42A8-B2F5-9BE78CB354BF}" type="slidenum">
              <a:rPr lang="ko-KR" altLang="en-US" sz="1200" b="0" smtClean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pPr algn="ctr"/>
              <a:t>‹#›</a:t>
            </a:fld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/ 20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C3857-B650-4694-853E-C7AB2483F49B}"/>
              </a:ext>
            </a:extLst>
          </p:cNvPr>
          <p:cNvSpPr txBox="1"/>
          <p:nvPr userDrawn="1"/>
        </p:nvSpPr>
        <p:spPr>
          <a:xfrm>
            <a:off x="3281832" y="7282676"/>
            <a:ext cx="412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2026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년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03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월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16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일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&lt;DPA – 8bit 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구현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&gt;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E2276B-FCB6-4F9C-AE3A-B3E1B6A4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872450"/>
            <a:ext cx="9221689" cy="89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0C658E-91C5-4955-82E4-A911C95E7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1818" y1="13091" x2="31818" y2="13091"/>
                        <a14:backgroundMark x1="32000" y1="13091" x2="62909" y2="9273"/>
                        <a14:backgroundMark x1="62909" y1="9273" x2="80182" y2="12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36" t="13727" r="14469" b="13908"/>
          <a:stretch/>
        </p:blipFill>
        <p:spPr>
          <a:xfrm>
            <a:off x="9831473" y="44450"/>
            <a:ext cx="796841" cy="82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1838167-90FE-4AF7-9775-15E92F652A8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3922" y="0"/>
            <a:ext cx="1787551" cy="872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6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  <p:sldLayoutId id="2147483676" r:id="rId5"/>
  </p:sldLayoutIdLst>
  <p:hf sldNum="0"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741E-B640-4220-8F6A-C8DBBDCCF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DPA </a:t>
            </a:r>
            <a:r>
              <a:rPr lang="ko-KR" altLang="en-US" dirty="0">
                <a:latin typeface="+mj-ea"/>
                <a:ea typeface="+mj-ea"/>
              </a:rPr>
              <a:t>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A913EF-A517-4088-A353-AB57F6BC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494" y="4109691"/>
            <a:ext cx="8018860" cy="1825171"/>
          </a:xfrm>
        </p:spPr>
        <p:txBody>
          <a:bodyPr/>
          <a:lstStyle/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/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9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/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428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3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8538-0C3D-A7B4-3411-7B35826A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CCA44E-8744-614B-0AB6-78BDA6A2C1D4}"/>
              </a:ext>
            </a:extLst>
          </p:cNvPr>
          <p:cNvSpPr/>
          <p:nvPr/>
        </p:nvSpPr>
        <p:spPr>
          <a:xfrm>
            <a:off x="288131" y="2620385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258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C645F-57D8-48C1-8DF8-8AA0E5AF434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88A42-7793-0BE8-E53B-0965391BC2D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params.h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5" name="그림 4" descr="The image displays a segment of code with preprocessor directives for defining file paths and variables, including `TRACE_PATH`, `PT_PATH`, `NUM_TRACE`, and `NUM_POINT`.&#10;&#10;AI 생성 콘텐츠는 정확하지 않을 수 있습니다.">
            <a:extLst>
              <a:ext uri="{FF2B5EF4-FFF2-40B4-BE49-F238E27FC236}">
                <a16:creationId xmlns:a16="http://schemas.microsoft.com/office/drawing/2014/main" id="{C2510163-B5B6-DCDD-EC17-0393430A09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232"/>
          <a:stretch>
            <a:fillRect/>
          </a:stretch>
        </p:blipFill>
        <p:spPr>
          <a:xfrm>
            <a:off x="1129018" y="2720418"/>
            <a:ext cx="8433776" cy="33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4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D5FE6-6D14-0A5A-6AA5-8FA95B528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AE2F9C7-F555-3EC2-3F65-1DD52B791455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5B280C-7C9E-A61A-D570-118B0CDB8BA3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file_read.h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6" name="그림 5" descr="The image displays a snippet of C code defining functions for reading plain text and encrypted text files.&#10;&#10;AI 생성 콘텐츠는 정확하지 않을 수 있습니다.">
            <a:extLst>
              <a:ext uri="{FF2B5EF4-FFF2-40B4-BE49-F238E27FC236}">
                <a16:creationId xmlns:a16="http://schemas.microsoft.com/office/drawing/2014/main" id="{0885B13D-22C4-D43F-89D1-CB2E8FEE0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85" y="2835276"/>
            <a:ext cx="8737600" cy="204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6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D924-F491-28CD-71A7-84224F95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C13D75-F34B-2D79-083A-1CBDAA62B893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610BA-0D64-9952-A0C8-B2F436BF032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file_read.c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8" name="그림 7" descr="The provided text appears to be a snippet of a C program, specifically a function for reading binary data from a file. The function, `ptFileRead`, is designed to read a two-byte value (16 bits) into a two-dimensional array, `pt`, which is dynamically allocated, and it is intended to loop through a predefined number of trace points (`NUM_TRACE`) and for each point, it reads 16 bytes from the file pointed to by `ptFile`. If any byte fails to be read, the function returns -1, indicating an error. If all bytes are read successfully, the function returns 0, indicating success.&#10;&#10;AI 생성 콘텐츠는 정확하지 않을 수 있습니다.">
            <a:extLst>
              <a:ext uri="{FF2B5EF4-FFF2-40B4-BE49-F238E27FC236}">
                <a16:creationId xmlns:a16="http://schemas.microsoft.com/office/drawing/2014/main" id="{DE368062-EB54-F5CA-BD53-59ABBB225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81" y="2274311"/>
            <a:ext cx="8465849" cy="44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00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3B85-F6FD-B79F-385A-EDED1576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68F729F-434C-1162-1A56-2A1921C5F73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6870B-EBBA-F94E-3BC5-AD268B415F6A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main.c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5" name="그림 4" descr="The image shows a snippet of C code with a function declaration, variable initializations, and file handling, specifically reading text data and binary data for power waveforms.&#10;&#10;AI 생성 콘텐츠는 정확하지 않을 수 있습니다.">
            <a:extLst>
              <a:ext uri="{FF2B5EF4-FFF2-40B4-BE49-F238E27FC236}">
                <a16:creationId xmlns:a16="http://schemas.microsoft.com/office/drawing/2014/main" id="{438B3CD5-8438-33D8-A37B-9E09E9802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50" y="2572108"/>
            <a:ext cx="8756073" cy="341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97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EC24-0439-15E0-681A-0F03F25A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31E123C-4B5B-1911-DB28-96298762E202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04A5C-2F00-C235-EE0E-F93D918E6633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main.c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6" name="그림 5" descr="The image shows a snippet of C code with variables being allocated memory, and functions for reading power file and trace file with error handling.&#10;&#10;AI 생성 콘텐츠는 정확하지 않을 수 있습니다.">
            <a:extLst>
              <a:ext uri="{FF2B5EF4-FFF2-40B4-BE49-F238E27FC236}">
                <a16:creationId xmlns:a16="http://schemas.microsoft.com/office/drawing/2014/main" id="{DB21721C-4680-B4B9-D110-F99A187CA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65" y="2033094"/>
            <a:ext cx="7389090" cy="517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77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2D2C-B19F-6F64-0F57-0D8B2237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6BD0278-2BC3-F464-B5CF-D16991BD3E2F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메커니즘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5AFAC-236F-65CC-E5A2-6134DA9F35BF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main.c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5" name="그림 4" descr="The image depicts a snippet of code in Korean, which includes a for loop that iterates over an array, followed by a series of free() function calls to deallocate memory for pointers within the loop, with a comment indicating the necessity to remove the loop to prevent an error.&#10;&#10;AI 생성 콘텐츠는 정확하지 않을 수 있습니다.">
            <a:extLst>
              <a:ext uri="{FF2B5EF4-FFF2-40B4-BE49-F238E27FC236}">
                <a16:creationId xmlns:a16="http://schemas.microsoft.com/office/drawing/2014/main" id="{0C0C1A1C-C34B-E2DC-5968-B7F318D5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90" y="2683169"/>
            <a:ext cx="9324831" cy="284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9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3EB3-00C7-4DC3-26DD-67E5E4B2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F55634-64DF-5E1C-903E-3372F85F158D}"/>
              </a:ext>
            </a:extLst>
          </p:cNvPr>
          <p:cNvSpPr/>
          <p:nvPr/>
        </p:nvSpPr>
        <p:spPr>
          <a:xfrm>
            <a:off x="352786" y="1705985"/>
            <a:ext cx="10115550" cy="135125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BE9A50-D6B4-5A04-A33C-A8A71ED6C6C2}"/>
              </a:ext>
            </a:extLst>
          </p:cNvPr>
          <p:cNvSpPr/>
          <p:nvPr/>
        </p:nvSpPr>
        <p:spPr>
          <a:xfrm>
            <a:off x="147782" y="5853690"/>
            <a:ext cx="10115550" cy="135125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3782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0585-FFB9-193E-3F1C-E4FCA0AE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929F63-DB58-A0EB-16FF-6FA25368B17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코드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A4101-AE5D-1591-CF9C-9C6F5B1F4AEE}"/>
              </a:ext>
            </a:extLst>
          </p:cNvPr>
          <p:cNvSpPr txBox="1"/>
          <p:nvPr/>
        </p:nvSpPr>
        <p:spPr>
          <a:xfrm>
            <a:off x="794821" y="1589902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S-BOX</a:t>
            </a:r>
            <a:r>
              <a:rPr lang="ko-KR" altLang="en-US" sz="2400" b="1" dirty="0">
                <a:latin typeface="+mn-ea"/>
              </a:rPr>
              <a:t> 선언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2E6F5-0229-FF7E-E720-46BD8BE4FB98}"/>
              </a:ext>
            </a:extLst>
          </p:cNvPr>
          <p:cNvSpPr txBox="1"/>
          <p:nvPr/>
        </p:nvSpPr>
        <p:spPr>
          <a:xfrm>
            <a:off x="993719" y="2051567"/>
            <a:ext cx="8704373" cy="50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>
                <a:latin typeface="+mn-ea"/>
              </a:rPr>
              <a:t>중간값 계산을 위해 불러옴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10" name="그림 9" descr="An image of a code snippet containing a series of hexadecimal values.&#10;&#10;AI 생성 콘텐츠는 정확하지 않을 수 있습니다.">
            <a:extLst>
              <a:ext uri="{FF2B5EF4-FFF2-40B4-BE49-F238E27FC236}">
                <a16:creationId xmlns:a16="http://schemas.microsoft.com/office/drawing/2014/main" id="{E8EB6A42-E04B-6CB8-4BE4-F1E945094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85" y="2837929"/>
            <a:ext cx="9101201" cy="371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9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C682-5746-D58B-5CA7-04292556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838C7F6-8AC4-86AA-33BB-48E7BA694ADA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코드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49B70-9BED-E43A-4FB4-E6472138AB28}"/>
              </a:ext>
            </a:extLst>
          </p:cNvPr>
          <p:cNvSpPr txBox="1"/>
          <p:nvPr/>
        </p:nvSpPr>
        <p:spPr>
          <a:xfrm>
            <a:off x="794821" y="1589902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키를 찾기 위한 삼중 </a:t>
            </a:r>
            <a:r>
              <a:rPr lang="en-US" altLang="ko-KR" sz="2400" b="1" dirty="0">
                <a:latin typeface="+mn-ea"/>
              </a:rPr>
              <a:t>for</a:t>
            </a:r>
            <a:r>
              <a:rPr lang="ko-KR" altLang="en-US" sz="2400" b="1" dirty="0">
                <a:latin typeface="+mn-ea"/>
              </a:rPr>
              <a:t>문 선언</a:t>
            </a:r>
          </a:p>
        </p:txBody>
      </p:sp>
      <p:pic>
        <p:nvPicPr>
          <p:cNvPr id="6" name="그림 5" descr="The image depicts a snippet of code, specifically a loop structure in C language, which includes initialization, looping, and conditional operations, possibly related to cryptographic or data processing tasks.&#10;&#10;AI 생성 콘텐츠는 정확하지 않을 수 있습니다.">
            <a:extLst>
              <a:ext uri="{FF2B5EF4-FFF2-40B4-BE49-F238E27FC236}">
                <a16:creationId xmlns:a16="http://schemas.microsoft.com/office/drawing/2014/main" id="{FFF1AC96-05D5-A253-1BF1-A1C6C0A61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21" y="2051566"/>
            <a:ext cx="9024784" cy="489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40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D25C-2605-6391-4CB1-822D0C3C3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DA5FFFA-C585-FDEA-1DEA-BA0C32657D8B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코드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576471-C05D-E814-FFDC-AB762CA9BF42}"/>
              </a:ext>
            </a:extLst>
          </p:cNvPr>
          <p:cNvSpPr txBox="1"/>
          <p:nvPr/>
        </p:nvSpPr>
        <p:spPr>
          <a:xfrm>
            <a:off x="794821" y="1589902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차분 분석</a:t>
            </a:r>
          </a:p>
        </p:txBody>
      </p:sp>
      <p:pic>
        <p:nvPicPr>
          <p:cNvPr id="4" name="그림 3" descr="The image depicts a segment of code in a programming language (likely C++), showcasing a loop that calculates the maximum difference between two sets of values, `sum0` and `sum1`, normalized by their respective counts, `cnt0` and `cnt1`.&#10;&#10;AI 생성 콘텐츠는 정확하지 않을 수 있습니다.">
            <a:extLst>
              <a:ext uri="{FF2B5EF4-FFF2-40B4-BE49-F238E27FC236}">
                <a16:creationId xmlns:a16="http://schemas.microsoft.com/office/drawing/2014/main" id="{2D47D504-9735-8F6C-3DFC-6E1D9333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21" y="2665957"/>
            <a:ext cx="7978638" cy="349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91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D8E9-A81C-B04F-11DE-09FD84B0C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F976224-A8F7-FCC8-2EB4-401C6907D356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코드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40063-566C-5B22-A724-4D5735068C76}"/>
              </a:ext>
            </a:extLst>
          </p:cNvPr>
          <p:cNvSpPr txBox="1"/>
          <p:nvPr/>
        </p:nvSpPr>
        <p:spPr>
          <a:xfrm>
            <a:off x="794821" y="1589902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키 분석</a:t>
            </a:r>
          </a:p>
        </p:txBody>
      </p:sp>
      <p:pic>
        <p:nvPicPr>
          <p:cNvPr id="5" name="그림 4" descr="The image shows a snippet of code, possibly in C or C++, that includes a loop, variable declarations, and functions for handling key peaks and printing results.&#10;&#10;AI 생성 콘텐츠는 정확하지 않을 수 있습니다.">
            <a:extLst>
              <a:ext uri="{FF2B5EF4-FFF2-40B4-BE49-F238E27FC236}">
                <a16:creationId xmlns:a16="http://schemas.microsoft.com/office/drawing/2014/main" id="{35F5EE2F-A8BB-10A7-75EF-4193A87BA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05" y="2051566"/>
            <a:ext cx="8419909" cy="47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34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8935-EE47-4EB3-C922-3B76625E3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C66EF3E-0857-EB81-C2C5-FE32306FC84E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코드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71447-6902-2679-AF34-8FE13D93E74A}"/>
              </a:ext>
            </a:extLst>
          </p:cNvPr>
          <p:cNvSpPr txBox="1"/>
          <p:nvPr/>
        </p:nvSpPr>
        <p:spPr>
          <a:xfrm>
            <a:off x="794821" y="1589902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키 값 신뢰도를 위한 검증과정 </a:t>
            </a:r>
          </a:p>
        </p:txBody>
      </p:sp>
      <p:pic>
        <p:nvPicPr>
          <p:cNvPr id="4" name="그림 3" descr="The image depicts a code snippet in a programming language, showing a loop that iterates through an array of byte values, updating the global maximum and second maximum values, and calculating a ratio.&#10;&#10;AI 생성 콘텐츠는 정확하지 않을 수 있습니다.">
            <a:extLst>
              <a:ext uri="{FF2B5EF4-FFF2-40B4-BE49-F238E27FC236}">
                <a16:creationId xmlns:a16="http://schemas.microsoft.com/office/drawing/2014/main" id="{DC6B7B5B-C3DC-AE3E-8A00-9FBC58E2F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2051567"/>
            <a:ext cx="7869382" cy="506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4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B30E-03FC-7588-892D-75B2C0EF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E36DDE2-4911-183A-060B-F93F77096DF2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코드 작성</a:t>
            </a:r>
          </a:p>
        </p:txBody>
      </p:sp>
      <p:pic>
        <p:nvPicPr>
          <p:cNvPr id="6" name="그림 5" descr="The image appears to be a hexadecimal dump, which is a text representation of binary data, often used for debugging or analyzing machine code.&#10;&#10;AI 생성 콘텐츠는 정확하지 않을 수 있습니다.">
            <a:extLst>
              <a:ext uri="{FF2B5EF4-FFF2-40B4-BE49-F238E27FC236}">
                <a16:creationId xmlns:a16="http://schemas.microsoft.com/office/drawing/2014/main" id="{4D626747-8D53-5C39-8C6A-196F1DB0C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65" y="2274311"/>
            <a:ext cx="8026400" cy="4401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EC2750-53C6-BCF2-B851-2C7D76585F96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1538916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7832C-996C-87CD-5BEB-B5206774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692A332-BFB9-62DB-504B-E9504BF77AF2}"/>
              </a:ext>
            </a:extLst>
          </p:cNvPr>
          <p:cNvSpPr/>
          <p:nvPr/>
        </p:nvSpPr>
        <p:spPr>
          <a:xfrm>
            <a:off x="352786" y="1705985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94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D27CB-C289-896B-9716-8851586E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15C22E4-0AA4-351A-900E-482EF5EDCA7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보완점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FC304-119F-8A05-5ECB-99E1EA6FCC72}"/>
              </a:ext>
            </a:extLst>
          </p:cNvPr>
          <p:cNvSpPr txBox="1"/>
          <p:nvPr/>
        </p:nvSpPr>
        <p:spPr>
          <a:xfrm>
            <a:off x="836705" y="2316181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/>
              <a:t>Ratio </a:t>
            </a:r>
            <a:r>
              <a:rPr lang="ko-KR" altLang="en-US" sz="2000" dirty="0"/>
              <a:t>비교 대상의 오류 수정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4122D-5A9C-1D44-802D-D34273CD0588}"/>
              </a:ext>
            </a:extLst>
          </p:cNvPr>
          <p:cNvSpPr txBox="1"/>
          <p:nvPr/>
        </p:nvSpPr>
        <p:spPr>
          <a:xfrm>
            <a:off x="922001" y="3779837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분석 구간 재설정으로 정밀 분석</a:t>
            </a:r>
            <a:endParaRPr lang="en-US" altLang="ko-KR" sz="20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ADB50-BC6A-9418-3D03-051797F4A6A1}"/>
              </a:ext>
            </a:extLst>
          </p:cNvPr>
          <p:cNvSpPr txBox="1"/>
          <p:nvPr/>
        </p:nvSpPr>
        <p:spPr>
          <a:xfrm>
            <a:off x="989105" y="17238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피드백 결과</a:t>
            </a:r>
          </a:p>
        </p:txBody>
      </p:sp>
    </p:spTree>
    <p:extLst>
      <p:ext uri="{BB962C8B-B14F-4D97-AF65-F5344CB8AC3E}">
        <p14:creationId xmlns:p14="http://schemas.microsoft.com/office/powerpoint/2010/main" val="1036871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3A55D-2106-84AF-10AD-75800922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AA8898-813B-4999-3783-B1432BE5A952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보완점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0C62E-99CB-C77E-9871-AC014B1FDA92}"/>
              </a:ext>
            </a:extLst>
          </p:cNvPr>
          <p:cNvSpPr txBox="1"/>
          <p:nvPr/>
        </p:nvSpPr>
        <p:spPr>
          <a:xfrm>
            <a:off x="836705" y="2316181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 err="1">
                <a:latin typeface="+mn-ea"/>
              </a:rPr>
              <a:t>오충연</a:t>
            </a:r>
            <a:r>
              <a:rPr lang="ko-KR" altLang="en-US" sz="2000" dirty="0">
                <a:latin typeface="+mn-ea"/>
              </a:rPr>
              <a:t> 멘토</a:t>
            </a:r>
            <a:r>
              <a:rPr lang="en-US" altLang="ko-KR" sz="2000" dirty="0">
                <a:latin typeface="+mn-ea"/>
              </a:rPr>
              <a:t>, “”DPA_</a:t>
            </a:r>
            <a:r>
              <a:rPr lang="ko-KR" altLang="en-US" sz="2000" dirty="0" err="1">
                <a:latin typeface="+mn-ea"/>
              </a:rPr>
              <a:t>오충연</a:t>
            </a:r>
            <a:r>
              <a:rPr lang="en-US" altLang="ko-KR" sz="2000" dirty="0">
                <a:latin typeface="+mn-ea"/>
              </a:rPr>
              <a:t>“, 2024.06.27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C99F3-0F53-C138-9100-65F44758D42B}"/>
              </a:ext>
            </a:extLst>
          </p:cNvPr>
          <p:cNvSpPr txBox="1"/>
          <p:nvPr/>
        </p:nvSpPr>
        <p:spPr>
          <a:xfrm>
            <a:off x="794823" y="1686074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참고 자료</a:t>
            </a:r>
          </a:p>
        </p:txBody>
      </p:sp>
    </p:spTree>
    <p:extLst>
      <p:ext uri="{BB962C8B-B14F-4D97-AF65-F5344CB8AC3E}">
        <p14:creationId xmlns:p14="http://schemas.microsoft.com/office/powerpoint/2010/main" val="2941794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43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Eras Medium ITC"/>
        <a:ea typeface="DX경필고딕B"/>
        <a:cs typeface=""/>
      </a:majorFont>
      <a:minorFont>
        <a:latin typeface="Eras Medium ITC"/>
        <a:ea typeface="DX경필고딕B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156</Words>
  <Application>Microsoft Office PowerPoint</Application>
  <PresentationFormat>사용자 지정</PresentationFormat>
  <Paragraphs>38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Arial</vt:lpstr>
      <vt:lpstr>Eras Medium ITC</vt:lpstr>
      <vt:lpstr>Wingdings</vt:lpstr>
      <vt:lpstr>DX경필고딕B</vt:lpstr>
      <vt:lpstr>Office 테마</vt:lpstr>
      <vt:lpstr>DPA 구현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(정보보안암호수학과)문혜원</dc:creator>
  <cp:lastModifiedBy>김 예찬</cp:lastModifiedBy>
  <cp:revision>47</cp:revision>
  <dcterms:created xsi:type="dcterms:W3CDTF">2019-12-19T07:33:02Z</dcterms:created>
  <dcterms:modified xsi:type="dcterms:W3CDTF">2026-03-16T09:10:52Z</dcterms:modified>
</cp:coreProperties>
</file>