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62" r:id="rId2"/>
    <p:sldId id="272" r:id="rId3"/>
    <p:sldId id="313" r:id="rId4"/>
    <p:sldId id="303" r:id="rId5"/>
    <p:sldId id="321" r:id="rId6"/>
    <p:sldId id="322" r:id="rId7"/>
    <p:sldId id="315" r:id="rId8"/>
    <p:sldId id="318" r:id="rId9"/>
    <p:sldId id="314" r:id="rId10"/>
    <p:sldId id="308" r:id="rId11"/>
    <p:sldId id="271" r:id="rId12"/>
  </p:sldIdLst>
  <p:sldSz cx="10691813" cy="7559675"/>
  <p:notesSz cx="6858000" cy="9144000"/>
  <p:embeddedFontLst>
    <p:embeddedFont>
      <p:font typeface="DX경필고딕B" panose="02020600000000000000" pitchFamily="18" charset="-127"/>
      <p:regular r:id="rId15"/>
    </p:embeddedFont>
    <p:embeddedFont>
      <p:font typeface="Eras Medium ITC" panose="020B0602030504020804" pitchFamily="34" charset="0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4AE15-7E16-4D17-87BA-7A676BEA5CA1}" v="20" dt="2026-02-27T09:04:08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>
        <p:scale>
          <a:sx n="66" d="100"/>
          <a:sy n="66" d="100"/>
        </p:scale>
        <p:origin x="1455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sldOrd addMainMaster delMainMaster modMainMaster">
      <pc:chgData name="김 예찬" userId="17716309b4b9d749" providerId="LiveId" clId="{2E328DF6-B3B2-421F-BB8E-B56430A9223B}" dt="2026-02-27T09:04:56.213" v="2491" actId="20577"/>
      <pc:docMkLst>
        <pc:docMk/>
      </pc:docMkLst>
      <pc:sldChg chg="modSp mod modTransition">
        <pc:chgData name="김 예찬" userId="17716309b4b9d749" providerId="LiveId" clId="{2E328DF6-B3B2-421F-BB8E-B56430A9223B}" dt="2026-02-27T09:04:56.213" v="2491" actId="20577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2-27T07:45:30.872" v="1754" actId="20577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2-27T09:04:56.213" v="2491" actId="20577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2-06T12:51:30.075" v="366" actId="21"/>
        <pc:sldMkLst>
          <pc:docMk/>
          <pc:sldMk cId="349536715" sldId="272"/>
        </pc:sldMkLst>
      </pc:sldChg>
      <pc:sldChg chg="addSp delSp modSp mod ord">
        <pc:chgData name="김 예찬" userId="17716309b4b9d749" providerId="LiveId" clId="{2E328DF6-B3B2-421F-BB8E-B56430A9223B}" dt="2026-02-27T07:46:19.471" v="1767" actId="1076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2-18T07:28:50.066" v="1605" actId="20577"/>
          <ac:spMkLst>
            <pc:docMk/>
            <pc:sldMk cId="3288047407" sldId="303"/>
            <ac:spMk id="2" creationId="{DB8C645F-57D8-48C1-8DF8-8AA0E5AF4341}"/>
          </ac:spMkLst>
        </pc:spChg>
        <pc:spChg chg="add del mod">
          <ac:chgData name="김 예찬" userId="17716309b4b9d749" providerId="LiveId" clId="{2E328DF6-B3B2-421F-BB8E-B56430A9223B}" dt="2026-02-18T07:31:02.485" v="1733" actId="113"/>
          <ac:spMkLst>
            <pc:docMk/>
            <pc:sldMk cId="3288047407" sldId="303"/>
            <ac:spMk id="4" creationId="{DE888A42-7793-0BE8-E53B-0965391BC2DC}"/>
          </ac:spMkLst>
        </pc:spChg>
        <pc:picChg chg="add del mod modCrop">
          <ac:chgData name="김 예찬" userId="17716309b4b9d749" providerId="LiveId" clId="{2E328DF6-B3B2-421F-BB8E-B56430A9223B}" dt="2026-02-27T07:46:19.471" v="1767" actId="1076"/>
          <ac:picMkLst>
            <pc:docMk/>
            <pc:sldMk cId="3288047407" sldId="303"/>
            <ac:picMk id="5" creationId="{4183D8B7-E053-22B3-41D6-81DFF165D250}"/>
          </ac:picMkLst>
        </pc:picChg>
        <pc:picChg chg="add del mod modCrop">
          <ac:chgData name="김 예찬" userId="17716309b4b9d749" providerId="LiveId" clId="{2E328DF6-B3B2-421F-BB8E-B56430A9223B}" dt="2026-02-27T07:45:40.716" v="1756" actId="478"/>
          <ac:picMkLst>
            <pc:docMk/>
            <pc:sldMk cId="3288047407" sldId="303"/>
            <ac:picMk id="6" creationId="{BCF44CE6-321F-E354-EB56-CEAB80A4572B}"/>
          </ac:picMkLst>
        </pc:picChg>
      </pc:sldChg>
      <pc:sldChg chg="addSp delSp modSp mod ord">
        <pc:chgData name="김 예찬" userId="17716309b4b9d749" providerId="LiveId" clId="{2E328DF6-B3B2-421F-BB8E-B56430A9223B}" dt="2026-02-27T09:04:28.932" v="2484" actId="2711"/>
        <pc:sldMkLst>
          <pc:docMk/>
          <pc:sldMk cId="3029298294" sldId="308"/>
        </pc:sldMkLst>
        <pc:spChg chg="mod">
          <ac:chgData name="김 예찬" userId="17716309b4b9d749" providerId="LiveId" clId="{2E328DF6-B3B2-421F-BB8E-B56430A9223B}" dt="2026-02-27T09:04:28.932" v="2484" actId="2711"/>
          <ac:spMkLst>
            <pc:docMk/>
            <pc:sldMk cId="3029298294" sldId="308"/>
            <ac:spMk id="2" creationId="{DB929F63-DB58-A0EB-16FF-6FA25368B17C}"/>
          </ac:spMkLst>
        </pc:spChg>
        <pc:spChg chg="add del mod">
          <ac:chgData name="김 예찬" userId="17716309b4b9d749" providerId="LiveId" clId="{2E328DF6-B3B2-421F-BB8E-B56430A9223B}" dt="2026-02-27T09:04:28.932" v="2484" actId="2711"/>
          <ac:spMkLst>
            <pc:docMk/>
            <pc:sldMk cId="3029298294" sldId="308"/>
            <ac:spMk id="3" creationId="{70C8214A-6D8E-A0E7-58DA-D2BFA4DB54C1}"/>
          </ac:spMkLst>
        </pc:spChg>
        <pc:spChg chg="mod">
          <ac:chgData name="김 예찬" userId="17716309b4b9d749" providerId="LiveId" clId="{2E328DF6-B3B2-421F-BB8E-B56430A9223B}" dt="2026-02-27T09:04:28.932" v="2484" actId="2711"/>
          <ac:spMkLst>
            <pc:docMk/>
            <pc:sldMk cId="3029298294" sldId="308"/>
            <ac:spMk id="4" creationId="{9683FC8A-AC5B-4CB9-F4C5-8A98CDC9353E}"/>
          </ac:spMkLst>
        </pc:spChg>
        <pc:spChg chg="mod">
          <ac:chgData name="김 예찬" userId="17716309b4b9d749" providerId="LiveId" clId="{2E328DF6-B3B2-421F-BB8E-B56430A9223B}" dt="2026-02-27T09:04:28.932" v="2484" actId="2711"/>
          <ac:spMkLst>
            <pc:docMk/>
            <pc:sldMk cId="3029298294" sldId="308"/>
            <ac:spMk id="5" creationId="{47164BAE-A83B-5D6F-1BE9-26F79A43523B}"/>
          </ac:spMkLst>
        </pc:spChg>
        <pc:spChg chg="add mod">
          <ac:chgData name="김 예찬" userId="17716309b4b9d749" providerId="LiveId" clId="{2E328DF6-B3B2-421F-BB8E-B56430A9223B}" dt="2026-02-27T09:04:28.932" v="2484" actId="2711"/>
          <ac:spMkLst>
            <pc:docMk/>
            <pc:sldMk cId="3029298294" sldId="308"/>
            <ac:spMk id="7" creationId="{ACA3AA9F-AB8B-2BF6-BA96-E4356ACA2E23}"/>
          </ac:spMkLst>
        </pc:spChg>
        <pc:picChg chg="add del mod">
          <ac:chgData name="김 예찬" userId="17716309b4b9d749" providerId="LiveId" clId="{2E328DF6-B3B2-421F-BB8E-B56430A9223B}" dt="2026-02-27T09:00:19.028" v="2281" actId="478"/>
          <ac:picMkLst>
            <pc:docMk/>
            <pc:sldMk cId="3029298294" sldId="308"/>
            <ac:picMk id="6" creationId="{F40A25E7-D938-B969-F3BC-DF48F1284027}"/>
          </ac:picMkLst>
        </pc:picChg>
        <pc:picChg chg="add del mod">
          <ac:chgData name="김 예찬" userId="17716309b4b9d749" providerId="LiveId" clId="{2E328DF6-B3B2-421F-BB8E-B56430A9223B}" dt="2026-02-27T09:00:19.412" v="2282" actId="478"/>
          <ac:picMkLst>
            <pc:docMk/>
            <pc:sldMk cId="3029298294" sldId="308"/>
            <ac:picMk id="9" creationId="{473EE2AF-E2FA-5072-1F8A-2348E7650C16}"/>
          </ac:picMkLst>
        </pc:picChg>
        <pc:picChg chg="add del mod">
          <ac:chgData name="김 예찬" userId="17716309b4b9d749" providerId="LiveId" clId="{2E328DF6-B3B2-421F-BB8E-B56430A9223B}" dt="2026-02-27T09:00:19.765" v="2284" actId="478"/>
          <ac:picMkLst>
            <pc:docMk/>
            <pc:sldMk cId="3029298294" sldId="308"/>
            <ac:picMk id="11" creationId="{900913BB-4F88-FF3C-F821-3098302EE8FB}"/>
          </ac:picMkLst>
        </pc:picChg>
      </pc:sldChg>
      <pc:sldChg chg="add">
        <pc:chgData name="김 예찬" userId="17716309b4b9d749" providerId="LiveId" clId="{2E328DF6-B3B2-421F-BB8E-B56430A9223B}" dt="2026-02-06T12:51:19.154" v="363" actId="2890"/>
        <pc:sldMkLst>
          <pc:docMk/>
          <pc:sldMk cId="3682811256" sldId="313"/>
        </pc:sldMkLst>
      </pc:sldChg>
      <pc:sldChg chg="modSp add mod ord">
        <pc:chgData name="김 예찬" userId="17716309b4b9d749" providerId="LiveId" clId="{2E328DF6-B3B2-421F-BB8E-B56430A9223B}" dt="2026-02-27T09:04:33.462" v="2485" actId="1076"/>
        <pc:sldMkLst>
          <pc:docMk/>
          <pc:sldMk cId="3120219993" sldId="314"/>
        </pc:sldMkLst>
        <pc:spChg chg="mod">
          <ac:chgData name="김 예찬" userId="17716309b4b9d749" providerId="LiveId" clId="{2E328DF6-B3B2-421F-BB8E-B56430A9223B}" dt="2026-02-27T09:04:33.462" v="2485" actId="1076"/>
          <ac:spMkLst>
            <pc:docMk/>
            <pc:sldMk cId="3120219993" sldId="314"/>
            <ac:spMk id="2" creationId="{327498B7-0629-49AE-878A-73981F440701}"/>
          </ac:spMkLst>
        </pc:spChg>
      </pc:sldChg>
      <pc:sldChg chg="addSp modSp add mod ord">
        <pc:chgData name="김 예찬" userId="17716309b4b9d749" providerId="LiveId" clId="{2E328DF6-B3B2-421F-BB8E-B56430A9223B}" dt="2026-02-07T13:44:01.034" v="1452"/>
        <pc:sldMkLst>
          <pc:docMk/>
          <pc:sldMk cId="3883497040" sldId="315"/>
        </pc:sldMkLst>
        <pc:spChg chg="mod">
          <ac:chgData name="김 예찬" userId="17716309b4b9d749" providerId="LiveId" clId="{2E328DF6-B3B2-421F-BB8E-B56430A9223B}" dt="2026-02-06T12:51:37.072" v="367" actId="14100"/>
          <ac:spMkLst>
            <pc:docMk/>
            <pc:sldMk cId="3883497040" sldId="315"/>
            <ac:spMk id="2" creationId="{95106C6A-8BD8-2326-FE6A-61D4B333F9A2}"/>
          </ac:spMkLst>
        </pc:spChg>
        <pc:spChg chg="add mod">
          <ac:chgData name="김 예찬" userId="17716309b4b9d749" providerId="LiveId" clId="{2E328DF6-B3B2-421F-BB8E-B56430A9223B}" dt="2026-02-06T12:51:42.140" v="370" actId="1076"/>
          <ac:spMkLst>
            <pc:docMk/>
            <pc:sldMk cId="3883497040" sldId="315"/>
            <ac:spMk id="3" creationId="{5008C4B9-0682-4734-A7F8-6FF541D2AEF7}"/>
          </ac:spMkLst>
        </pc:spChg>
      </pc:sldChg>
      <pc:sldChg chg="addSp delSp modSp add del mod">
        <pc:chgData name="김 예찬" userId="17716309b4b9d749" providerId="LiveId" clId="{2E328DF6-B3B2-421F-BB8E-B56430A9223B}" dt="2026-02-27T08:14:50.768" v="1768" actId="47"/>
        <pc:sldMkLst>
          <pc:docMk/>
          <pc:sldMk cId="2382629521" sldId="316"/>
        </pc:sldMkLst>
      </pc:sldChg>
      <pc:sldChg chg="addSp delSp modSp add del mod">
        <pc:chgData name="김 예찬" userId="17716309b4b9d749" providerId="LiveId" clId="{2E328DF6-B3B2-421F-BB8E-B56430A9223B}" dt="2026-02-27T09:03:34.945" v="2480" actId="47"/>
        <pc:sldMkLst>
          <pc:docMk/>
          <pc:sldMk cId="187211537" sldId="317"/>
        </pc:sldMkLst>
      </pc:sldChg>
      <pc:sldChg chg="addSp delSp modSp add mod ord">
        <pc:chgData name="김 예찬" userId="17716309b4b9d749" providerId="LiveId" clId="{2E328DF6-B3B2-421F-BB8E-B56430A9223B}" dt="2026-02-27T09:03:27.928" v="2479" actId="478"/>
        <pc:sldMkLst>
          <pc:docMk/>
          <pc:sldMk cId="1529900514" sldId="318"/>
        </pc:sldMkLst>
        <pc:spChg chg="mod">
          <ac:chgData name="김 예찬" userId="17716309b4b9d749" providerId="LiveId" clId="{2E328DF6-B3B2-421F-BB8E-B56430A9223B}" dt="2026-02-27T08:38:13.291" v="2198" actId="20577"/>
          <ac:spMkLst>
            <pc:docMk/>
            <pc:sldMk cId="1529900514" sldId="318"/>
            <ac:spMk id="2" creationId="{94D1853A-8D8C-1D12-8E6A-CF95D0CB8CF4}"/>
          </ac:spMkLst>
        </pc:spChg>
        <pc:spChg chg="del mod">
          <ac:chgData name="김 예찬" userId="17716309b4b9d749" providerId="LiveId" clId="{2E328DF6-B3B2-421F-BB8E-B56430A9223B}" dt="2026-02-27T09:03:27.928" v="2479" actId="478"/>
          <ac:spMkLst>
            <pc:docMk/>
            <pc:sldMk cId="1529900514" sldId="318"/>
            <ac:spMk id="4" creationId="{1331DFFA-ED36-0744-DF70-8051620DE12E}"/>
          </ac:spMkLst>
        </pc:spChg>
        <pc:spChg chg="mod">
          <ac:chgData name="김 예찬" userId="17716309b4b9d749" providerId="LiveId" clId="{2E328DF6-B3B2-421F-BB8E-B56430A9223B}" dt="2026-02-27T09:03:24.619" v="2478" actId="20577"/>
          <ac:spMkLst>
            <pc:docMk/>
            <pc:sldMk cId="1529900514" sldId="318"/>
            <ac:spMk id="5" creationId="{D13047DF-D69A-76C7-B052-49932FCFC875}"/>
          </ac:spMkLst>
        </pc:spChg>
        <pc:picChg chg="add del mod">
          <ac:chgData name="김 예찬" userId="17716309b4b9d749" providerId="LiveId" clId="{2E328DF6-B3B2-421F-BB8E-B56430A9223B}" dt="2026-02-27T09:03:14.384" v="2450" actId="478"/>
          <ac:picMkLst>
            <pc:docMk/>
            <pc:sldMk cId="1529900514" sldId="318"/>
            <ac:picMk id="3" creationId="{B29E00A3-9A18-234F-B6FD-D64332931A53}"/>
          </ac:picMkLst>
        </pc:picChg>
      </pc:sldChg>
      <pc:sldChg chg="addSp delSp modSp add del mod">
        <pc:chgData name="김 예찬" userId="17716309b4b9d749" providerId="LiveId" clId="{2E328DF6-B3B2-421F-BB8E-B56430A9223B}" dt="2026-02-27T09:03:35.936" v="2481" actId="47"/>
        <pc:sldMkLst>
          <pc:docMk/>
          <pc:sldMk cId="3493112615" sldId="319"/>
        </pc:sldMkLst>
      </pc:sldChg>
      <pc:sldChg chg="add del">
        <pc:chgData name="김 예찬" userId="17716309b4b9d749" providerId="LiveId" clId="{2E328DF6-B3B2-421F-BB8E-B56430A9223B}" dt="2026-02-27T08:17:31.394" v="1901" actId="47"/>
        <pc:sldMkLst>
          <pc:docMk/>
          <pc:sldMk cId="1960609968" sldId="320"/>
        </pc:sldMkLst>
      </pc:sldChg>
      <pc:sldChg chg="addSp delSp modSp add mod">
        <pc:chgData name="김 예찬" userId="17716309b4b9d749" providerId="LiveId" clId="{2E328DF6-B3B2-421F-BB8E-B56430A9223B}" dt="2026-02-27T08:32:54.207" v="2090" actId="14100"/>
        <pc:sldMkLst>
          <pc:docMk/>
          <pc:sldMk cId="1859371698" sldId="321"/>
        </pc:sldMkLst>
        <pc:spChg chg="del mod">
          <ac:chgData name="김 예찬" userId="17716309b4b9d749" providerId="LiveId" clId="{2E328DF6-B3B2-421F-BB8E-B56430A9223B}" dt="2026-02-27T08:32:49.802" v="2086" actId="478"/>
          <ac:spMkLst>
            <pc:docMk/>
            <pc:sldMk cId="1859371698" sldId="321"/>
            <ac:spMk id="4" creationId="{A3CA1F15-2E22-B4C3-CCFC-EA2189D60801}"/>
          </ac:spMkLst>
        </pc:spChg>
        <pc:spChg chg="add del mod">
          <ac:chgData name="김 예찬" userId="17716309b4b9d749" providerId="LiveId" clId="{2E328DF6-B3B2-421F-BB8E-B56430A9223B}" dt="2026-02-27T08:32:49.808" v="2088"/>
          <ac:spMkLst>
            <pc:docMk/>
            <pc:sldMk cId="1859371698" sldId="321"/>
            <ac:spMk id="9" creationId="{5CC4A318-5505-BE17-9EA3-49546161ACDF}"/>
          </ac:spMkLst>
        </pc:spChg>
        <pc:picChg chg="del mod">
          <ac:chgData name="김 예찬" userId="17716309b4b9d749" providerId="LiveId" clId="{2E328DF6-B3B2-421F-BB8E-B56430A9223B}" dt="2026-02-27T08:15:56.454" v="1833" actId="478"/>
          <ac:picMkLst>
            <pc:docMk/>
            <pc:sldMk cId="1859371698" sldId="321"/>
            <ac:picMk id="5" creationId="{2C0B3697-26D3-0362-66BA-1053E8ED2F2E}"/>
          </ac:picMkLst>
        </pc:picChg>
        <pc:picChg chg="add del mod">
          <ac:chgData name="김 예찬" userId="17716309b4b9d749" providerId="LiveId" clId="{2E328DF6-B3B2-421F-BB8E-B56430A9223B}" dt="2026-02-27T08:16:16.492" v="1837" actId="22"/>
          <ac:picMkLst>
            <pc:docMk/>
            <pc:sldMk cId="1859371698" sldId="321"/>
            <ac:picMk id="6" creationId="{6BB57B19-1293-A9E0-F31A-6FFD27467332}"/>
          </ac:picMkLst>
        </pc:picChg>
        <pc:picChg chg="add del mod">
          <ac:chgData name="김 예찬" userId="17716309b4b9d749" providerId="LiveId" clId="{2E328DF6-B3B2-421F-BB8E-B56430A9223B}" dt="2026-02-27T08:32:29.499" v="2032" actId="478"/>
          <ac:picMkLst>
            <pc:docMk/>
            <pc:sldMk cId="1859371698" sldId="321"/>
            <ac:picMk id="8" creationId="{E4A11793-79D1-8288-7EF6-782B0E66A1EF}"/>
          </ac:picMkLst>
        </pc:picChg>
        <pc:picChg chg="add mod">
          <ac:chgData name="김 예찬" userId="17716309b4b9d749" providerId="LiveId" clId="{2E328DF6-B3B2-421F-BB8E-B56430A9223B}" dt="2026-02-27T08:32:54.207" v="2090" actId="14100"/>
          <ac:picMkLst>
            <pc:docMk/>
            <pc:sldMk cId="1859371698" sldId="321"/>
            <ac:picMk id="11" creationId="{9F5F90DC-F2B7-02C4-4B67-24A8E1726F1D}"/>
          </ac:picMkLst>
        </pc:picChg>
      </pc:sldChg>
      <pc:sldChg chg="addSp delSp modSp add mod">
        <pc:chgData name="김 예찬" userId="17716309b4b9d749" providerId="LiveId" clId="{2E328DF6-B3B2-421F-BB8E-B56430A9223B}" dt="2026-02-27T08:23:22.639" v="2001" actId="14100"/>
        <pc:sldMkLst>
          <pc:docMk/>
          <pc:sldMk cId="3161425439" sldId="322"/>
        </pc:sldMkLst>
        <pc:spChg chg="mod">
          <ac:chgData name="김 예찬" userId="17716309b4b9d749" providerId="LiveId" clId="{2E328DF6-B3B2-421F-BB8E-B56430A9223B}" dt="2026-02-27T08:17:46.888" v="1936"/>
          <ac:spMkLst>
            <pc:docMk/>
            <pc:sldMk cId="3161425439" sldId="322"/>
            <ac:spMk id="4" creationId="{AFE16D2D-F3E7-96D4-D6AE-096F1D6AAF73}"/>
          </ac:spMkLst>
        </pc:spChg>
        <pc:spChg chg="mod">
          <ac:chgData name="김 예찬" userId="17716309b4b9d749" providerId="LiveId" clId="{2E328DF6-B3B2-421F-BB8E-B56430A9223B}" dt="2026-02-27T08:18:54.633" v="1993" actId="20577"/>
          <ac:spMkLst>
            <pc:docMk/>
            <pc:sldMk cId="3161425439" sldId="322"/>
            <ac:spMk id="9" creationId="{8EFF4D51-21CA-5DB3-C33A-E9DA1C896082}"/>
          </ac:spMkLst>
        </pc:spChg>
        <pc:picChg chg="add mod">
          <ac:chgData name="김 예찬" userId="17716309b4b9d749" providerId="LiveId" clId="{2E328DF6-B3B2-421F-BB8E-B56430A9223B}" dt="2026-02-27T08:23:22.639" v="2001" actId="14100"/>
          <ac:picMkLst>
            <pc:docMk/>
            <pc:sldMk cId="3161425439" sldId="322"/>
            <ac:picMk id="5" creationId="{8E64765E-3092-9FF0-F2D5-77145A8D7DDF}"/>
          </ac:picMkLst>
        </pc:picChg>
        <pc:picChg chg="del">
          <ac:chgData name="김 예찬" userId="17716309b4b9d749" providerId="LiveId" clId="{2E328DF6-B3B2-421F-BB8E-B56430A9223B}" dt="2026-02-27T08:23:13.510" v="1994" actId="478"/>
          <ac:picMkLst>
            <pc:docMk/>
            <pc:sldMk cId="3161425439" sldId="322"/>
            <ac:picMk id="8" creationId="{7A952D9B-5BD2-403C-689F-CC8AB521D12C}"/>
          </ac:picMkLst>
        </pc:picChg>
      </pc:sldChg>
      <pc:sldChg chg="add del">
        <pc:chgData name="김 예찬" userId="17716309b4b9d749" providerId="LiveId" clId="{2E328DF6-B3B2-421F-BB8E-B56430A9223B}" dt="2026-02-27T08:17:30.419" v="1900" actId="47"/>
        <pc:sldMkLst>
          <pc:docMk/>
          <pc:sldMk cId="4001876977" sldId="322"/>
        </pc:sldMkLst>
      </pc:sldChg>
      <pc:sldChg chg="delSp modSp add del mod">
        <pc:chgData name="김 예찬" userId="17716309b4b9d749" providerId="LiveId" clId="{2E328DF6-B3B2-421F-BB8E-B56430A9223B}" dt="2026-02-27T08:33:03.618" v="2091" actId="47"/>
        <pc:sldMkLst>
          <pc:docMk/>
          <pc:sldMk cId="4193247599" sldId="323"/>
        </pc:sldMkLst>
        <pc:spChg chg="mod">
          <ac:chgData name="김 예찬" userId="17716309b4b9d749" providerId="LiveId" clId="{2E328DF6-B3B2-421F-BB8E-B56430A9223B}" dt="2026-02-27T08:23:54.498" v="2009"/>
          <ac:spMkLst>
            <pc:docMk/>
            <pc:sldMk cId="4193247599" sldId="323"/>
            <ac:spMk id="4" creationId="{B5569B6A-D81F-ECEA-603D-6513752BC1AE}"/>
          </ac:spMkLst>
        </pc:spChg>
        <pc:spChg chg="mod">
          <ac:chgData name="김 예찬" userId="17716309b4b9d749" providerId="LiveId" clId="{2E328DF6-B3B2-421F-BB8E-B56430A9223B}" dt="2026-02-27T08:24:37.326" v="2030" actId="20577"/>
          <ac:spMkLst>
            <pc:docMk/>
            <pc:sldMk cId="4193247599" sldId="323"/>
            <ac:spMk id="9" creationId="{77C366BD-7498-E83D-B4DD-679AFBEBA3EC}"/>
          </ac:spMkLst>
        </pc:spChg>
        <pc:picChg chg="del">
          <ac:chgData name="김 예찬" userId="17716309b4b9d749" providerId="LiveId" clId="{2E328DF6-B3B2-421F-BB8E-B56430A9223B}" dt="2026-02-27T08:24:52.366" v="2031" actId="478"/>
          <ac:picMkLst>
            <pc:docMk/>
            <pc:sldMk cId="4193247599" sldId="323"/>
            <ac:picMk id="5" creationId="{961DCC2D-9C4D-6891-A530-F782D698BF32}"/>
          </ac:picMkLst>
        </pc:picChg>
      </pc:sldChg>
      <pc:sldChg chg="add del">
        <pc:chgData name="김 예찬" userId="17716309b4b9d749" providerId="LiveId" clId="{2E328DF6-B3B2-421F-BB8E-B56430A9223B}" dt="2026-02-27T08:33:05.306" v="2092" actId="47"/>
        <pc:sldMkLst>
          <pc:docMk/>
          <pc:sldMk cId="654423759" sldId="324"/>
        </pc:sldMkLst>
      </pc:sldChg>
      <pc:sldMasterChg chg="modSp mod addSldLayout modSldLayout sldLayoutOrd">
        <pc:chgData name="김 예찬" userId="17716309b4b9d749" providerId="LiveId" clId="{2E328DF6-B3B2-421F-BB8E-B56430A9223B}" dt="2026-02-27T09:04:08.982" v="2483" actId="2711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2-27T09:04:04.347" v="2482" actId="2711"/>
          <ac:spMkLst>
            <pc:docMk/>
            <pc:sldMasterMk cId="1057648596" sldId="2147483660"/>
            <ac:spMk id="3" creationId="{00000000-0000-0000-0000-000000000000}"/>
          </ac:spMkLst>
        </pc:spChg>
        <pc:spChg chg="mod">
          <ac:chgData name="김 예찬" userId="17716309b4b9d749" providerId="LiveId" clId="{2E328DF6-B3B2-421F-BB8E-B56430A9223B}" dt="2026-02-07T13:43:14.644" v="1450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2-03T05:47:20.393" v="337" actId="20577"/>
          <ac:spMkLst>
            <pc:docMk/>
            <pc:sldMasterMk cId="1057648596" sldId="2147483660"/>
            <ac:spMk id="14" creationId="{821C3857-B650-4694-853E-C7AB2483F49B}"/>
          </ac:spMkLst>
        </pc:spChg>
        <pc:spChg chg="mod">
          <ac:chgData name="김 예찬" userId="17716309b4b9d749" providerId="LiveId" clId="{2E328DF6-B3B2-421F-BB8E-B56430A9223B}" dt="2026-02-27T09:04:08.982" v="2483" actId="2711"/>
          <ac:spMkLst>
            <pc:docMk/>
            <pc:sldMasterMk cId="1057648596" sldId="2147483660"/>
            <ac:spMk id="15" creationId="{C7E2276B-FCB6-4F9C-AE3A-B3E1B6A44CDE}"/>
          </ac:spMkLst>
        </pc:spChg>
        <pc:sldLayoutChg chg="addSp delSp modSp mod">
          <pc:chgData name="김 예찬" userId="17716309b4b9d749" providerId="LiveId" clId="{2E328DF6-B3B2-421F-BB8E-B56430A9223B}" dt="2026-02-18T07:21:27.230" v="1477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2-18T07:21:17.079" v="1475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add del mod">
            <ac:chgData name="김 예찬" userId="17716309b4b9d749" providerId="LiveId" clId="{2E328DF6-B3B2-421F-BB8E-B56430A9223B}" dt="2026-02-18T07:21:27.230" v="1477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2-01T06:04:22.203" v="230" actId="478"/>
          <pc:sldLayoutMkLst>
            <pc:docMk/>
            <pc:sldMasterMk cId="1057648596" sldId="2147483660"/>
            <pc:sldLayoutMk cId="2291249272" sldId="2147483662"/>
          </pc:sldLayoutMkLst>
        </pc:sldLayoutChg>
        <pc:sldLayoutChg chg="modSp mod">
          <pc:chgData name="김 예찬" userId="17716309b4b9d749" providerId="LiveId" clId="{2E328DF6-B3B2-421F-BB8E-B56430A9223B}" dt="2026-02-27T08:37:49.958" v="2176" actId="20577"/>
          <pc:sldLayoutMkLst>
            <pc:docMk/>
            <pc:sldMasterMk cId="1057648596" sldId="2147483660"/>
            <pc:sldLayoutMk cId="3445856096" sldId="2147483667"/>
          </pc:sldLayoutMkLst>
          <pc:spChg chg="mod">
            <ac:chgData name="김 예찬" userId="17716309b4b9d749" providerId="LiveId" clId="{2E328DF6-B3B2-421F-BB8E-B56430A9223B}" dt="2026-02-18T07:26:45.892" v="1573" actId="2711"/>
            <ac:spMkLst>
              <pc:docMk/>
              <pc:sldMasterMk cId="1057648596" sldId="2147483660"/>
              <pc:sldLayoutMk cId="3445856096" sldId="2147483667"/>
              <ac:spMk id="6" creationId="{E1AA4354-DF1C-401E-882B-2553998228D5}"/>
            </ac:spMkLst>
          </pc:spChg>
          <pc:spChg chg="mod">
            <ac:chgData name="김 예찬" userId="17716309b4b9d749" providerId="LiveId" clId="{2E328DF6-B3B2-421F-BB8E-B56430A9223B}" dt="2026-02-27T08:37:41.947" v="2160" actId="20577"/>
            <ac:spMkLst>
              <pc:docMk/>
              <pc:sldMasterMk cId="1057648596" sldId="2147483660"/>
              <pc:sldLayoutMk cId="3445856096" sldId="2147483667"/>
              <ac:spMk id="11" creationId="{60A53632-24C6-45A7-BC29-FEE57122FD2F}"/>
            </ac:spMkLst>
          </pc:spChg>
          <pc:spChg chg="mod">
            <ac:chgData name="김 예찬" userId="17716309b4b9d749" providerId="LiveId" clId="{2E328DF6-B3B2-421F-BB8E-B56430A9223B}" dt="2026-02-27T08:37:49.958" v="2176" actId="2057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mod">
            <ac:chgData name="김 예찬" userId="17716309b4b9d749" providerId="LiveId" clId="{2E328DF6-B3B2-421F-BB8E-B56430A9223B}" dt="2026-02-18T07:26:45.892" v="1573" actId="2711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dirty="0"/>
              <a:t>PEPSI_SPA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577867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+mn-ea"/>
                <a:ea typeface="+mn-ea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A53632-24C6-45A7-BC29-FEE57122FD2F}"/>
              </a:ext>
            </a:extLst>
          </p:cNvPr>
          <p:cNvSpPr/>
          <p:nvPr userDrawn="1"/>
        </p:nvSpPr>
        <p:spPr>
          <a:xfrm>
            <a:off x="485906" y="3989546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+mn-ea"/>
                <a:ea typeface="+mn-ea"/>
              </a:rPr>
              <a:t>2. HW, HD 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  <a:ea typeface="+mn-ea"/>
              </a:rPr>
              <a:t>차이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0835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+mn-ea"/>
                <a:ea typeface="+mn-ea"/>
              </a:rPr>
              <a:t>3. HW, HD 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  <a:ea typeface="+mn-ea"/>
              </a:rPr>
              <a:t>계산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78269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  <a:ea typeface="+mn-ea"/>
              </a:rPr>
              <a:t> 파형 분석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12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02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&lt;AES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DX경필고딕B" panose="02020600000000000000" pitchFamily="18" charset="-127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SPA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6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>
                <a:latin typeface="DX경필고딕B" panose="02020600000000000000" pitchFamily="18" charset="-127"/>
                <a:ea typeface="DX경필고딕B" panose="02020600000000000000" pitchFamily="18" charset="-127"/>
              </a:rPr>
              <a:t>2</a:t>
            </a:r>
            <a:r>
              <a:rPr lang="en-US" altLang="ko-KR"/>
              <a:t>4</a:t>
            </a:r>
            <a:r>
              <a:rPr lang="ko-KR" altLang="en-US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F7CC-AA0E-475D-D4D4-2F79068F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CEC04A-6474-A50C-29B3-BB87E1961B2A}"/>
              </a:ext>
            </a:extLst>
          </p:cNvPr>
          <p:cNvSpPr/>
          <p:nvPr/>
        </p:nvSpPr>
        <p:spPr>
          <a:xfrm>
            <a:off x="413803" y="2654424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11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파형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dirty="0">
                <a:latin typeface="+mn-ea"/>
              </a:rPr>
              <a:t> 전체 전력 파형</a:t>
            </a:r>
          </a:p>
        </p:txBody>
      </p:sp>
      <p:pic>
        <p:nvPicPr>
          <p:cNvPr id="5" name="그림 4" descr="텍스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83D8B7-E053-22B3-41D6-81DFF165D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1" t="3579" r="826" b="16002"/>
          <a:stretch>
            <a:fillRect/>
          </a:stretch>
        </p:blipFill>
        <p:spPr>
          <a:xfrm>
            <a:off x="1419949" y="2531166"/>
            <a:ext cx="7851913" cy="38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0D46-874C-7B52-008A-EAEB9E36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36D5331-DFB3-4377-537D-BE2D75DA738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파형 분석</a:t>
            </a:r>
          </a:p>
        </p:txBody>
      </p:sp>
      <p:pic>
        <p:nvPicPr>
          <p:cNvPr id="11" name="그림 10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5F90DC-F2B7-02C4-4B67-24A8E1726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20" y="2148114"/>
            <a:ext cx="7741768" cy="430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71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A682-168A-EAD4-F2CE-4D8D2DA4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340C0B1-8C8F-7EF6-8084-A35E857E1EE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파형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16D2D-F3E7-96D4-D6AE-096F1D6AAF73}"/>
              </a:ext>
            </a:extLst>
          </p:cNvPr>
          <p:cNvSpPr txBox="1"/>
          <p:nvPr/>
        </p:nvSpPr>
        <p:spPr>
          <a:xfrm>
            <a:off x="916534" y="171657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 err="1"/>
              <a:t>SubBytes</a:t>
            </a:r>
            <a:endParaRPr lang="ko-KR" altLang="en-US" sz="2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F4D51-21CA-5DB3-C33A-E9DA1C896082}"/>
              </a:ext>
            </a:extLst>
          </p:cNvPr>
          <p:cNvSpPr txBox="1"/>
          <p:nvPr/>
        </p:nvSpPr>
        <p:spPr>
          <a:xfrm>
            <a:off x="1314326" y="2178237"/>
            <a:ext cx="8704373" cy="50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750 ~ 1500</a:t>
            </a:r>
            <a:r>
              <a:rPr lang="ko-KR" altLang="en-US" sz="2000" dirty="0"/>
              <a:t> 구간 </a:t>
            </a:r>
            <a:r>
              <a:rPr lang="en-US" altLang="ko-KR" sz="2000" dirty="0"/>
              <a:t>16</a:t>
            </a:r>
            <a:r>
              <a:rPr lang="ko-KR" altLang="en-US" sz="2000" dirty="0"/>
              <a:t>개의 피크 확인</a:t>
            </a:r>
            <a:endParaRPr lang="en-US" altLang="ko-KR" sz="2000" dirty="0"/>
          </a:p>
        </p:txBody>
      </p:sp>
      <p:pic>
        <p:nvPicPr>
          <p:cNvPr id="5" name="그림 4" descr="일렉트릭 블루, 다채로움, 블루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64765E-3092-9FF0-F2D5-77145A8D7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60" y="2804325"/>
            <a:ext cx="3604484" cy="41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25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AB70-42CD-24DA-6872-AA3CD2AD8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106C6A-8BD8-2326-FE6A-61D4B333F9A2}"/>
              </a:ext>
            </a:extLst>
          </p:cNvPr>
          <p:cNvSpPr/>
          <p:nvPr/>
        </p:nvSpPr>
        <p:spPr>
          <a:xfrm>
            <a:off x="413803" y="5609690"/>
            <a:ext cx="10115550" cy="143258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08C4B9-0682-4734-A7F8-6FF541D2AEF7}"/>
              </a:ext>
            </a:extLst>
          </p:cNvPr>
          <p:cNvSpPr/>
          <p:nvPr/>
        </p:nvSpPr>
        <p:spPr>
          <a:xfrm>
            <a:off x="162460" y="1551398"/>
            <a:ext cx="10115550" cy="191547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49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2586-16DC-CA4F-9412-C0540F8A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D1853A-8D8C-1D12-8E6A-CF95D0CB8CF4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2. HW, HD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차이 정리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047DF-D69A-76C7-B052-49932FCFC875}"/>
              </a:ext>
            </a:extLst>
          </p:cNvPr>
          <p:cNvSpPr txBox="1"/>
          <p:nvPr/>
        </p:nvSpPr>
        <p:spPr>
          <a:xfrm>
            <a:off x="1234497" y="2033094"/>
            <a:ext cx="87043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HW(Hamming Weight): </a:t>
            </a:r>
            <a:r>
              <a:rPr lang="ko-KR" altLang="en-US" dirty="0" err="1"/>
              <a:t>테이터를</a:t>
            </a:r>
            <a:r>
              <a:rPr lang="ko-KR" altLang="en-US" dirty="0"/>
              <a:t> 이진수로 표현했을 </a:t>
            </a:r>
            <a:r>
              <a:rPr lang="ko-KR" altLang="en-US" dirty="0" err="1"/>
              <a:t>떄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ko-KR" altLang="en-US" dirty="0" err="1"/>
              <a:t>갯수</a:t>
            </a:r>
            <a:r>
              <a:rPr lang="ko-KR" altLang="en-US" dirty="0"/>
              <a:t> </a:t>
            </a:r>
            <a:r>
              <a:rPr lang="en-US" altLang="ko-KR" dirty="0"/>
              <a:t>EX) x = 0b1001 -&gt; HW(x) = 2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HD(Hamming Distance): </a:t>
            </a:r>
            <a:r>
              <a:rPr lang="ko-KR" altLang="en-US" dirty="0"/>
              <a:t>같은 길이의 데이터 </a:t>
            </a:r>
            <a:r>
              <a:rPr lang="en-US" altLang="ko-KR" dirty="0"/>
              <a:t>x, y</a:t>
            </a:r>
            <a:r>
              <a:rPr lang="ko-KR" altLang="en-US" dirty="0"/>
              <a:t>를 이진수로 </a:t>
            </a:r>
            <a:r>
              <a:rPr lang="ko-KR" altLang="en-US" dirty="0" err="1"/>
              <a:t>표현시</a:t>
            </a:r>
            <a:r>
              <a:rPr lang="ko-KR" altLang="en-US" dirty="0"/>
              <a:t> 서로 다른 비트의 </a:t>
            </a:r>
            <a:r>
              <a:rPr lang="ko-KR" altLang="en-US" dirty="0" err="1"/>
              <a:t>갯수</a:t>
            </a:r>
            <a:r>
              <a:rPr lang="ko-KR" altLang="en-US" dirty="0"/>
              <a:t> </a:t>
            </a:r>
            <a:r>
              <a:rPr lang="en-US" altLang="ko-KR" dirty="0"/>
              <a:t>(XOR </a:t>
            </a:r>
            <a:r>
              <a:rPr lang="ko-KR" altLang="en-US" dirty="0"/>
              <a:t>결과에 대한 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ko-KR" altLang="en-US" dirty="0" err="1"/>
              <a:t>갯수</a:t>
            </a:r>
            <a:r>
              <a:rPr lang="ko-KR" altLang="en-US" dirty="0"/>
              <a:t> 구하는 것과 동일</a:t>
            </a:r>
            <a:r>
              <a:rPr lang="en-US" altLang="ko-KR" dirty="0"/>
              <a:t>) EX) x = 0b1001, y = 0b 1101-&gt; HD(x) = 1</a:t>
            </a:r>
          </a:p>
        </p:txBody>
      </p:sp>
    </p:spTree>
    <p:extLst>
      <p:ext uri="{BB962C8B-B14F-4D97-AF65-F5344CB8AC3E}">
        <p14:creationId xmlns:p14="http://schemas.microsoft.com/office/powerpoint/2010/main" val="1529900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81D4-280A-9DBD-E838-58C7822B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7498B7-0629-49AE-878A-73981F440701}"/>
              </a:ext>
            </a:extLst>
          </p:cNvPr>
          <p:cNvSpPr/>
          <p:nvPr/>
        </p:nvSpPr>
        <p:spPr>
          <a:xfrm>
            <a:off x="353952" y="1527855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19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3. HW, HD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계산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FC8A-AC5B-4CB9-F4C5-8A98CDC9353E}"/>
              </a:ext>
            </a:extLst>
          </p:cNvPr>
          <p:cNvSpPr txBox="1"/>
          <p:nvPr/>
        </p:nvSpPr>
        <p:spPr>
          <a:xfrm>
            <a:off x="836705" y="1760115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HW: </a:t>
            </a:r>
            <a:r>
              <a:rPr lang="ko-KR" altLang="en-US" sz="2400" b="1" dirty="0">
                <a:latin typeface="+mn-ea"/>
              </a:rPr>
              <a:t>이진수</a:t>
            </a:r>
            <a:r>
              <a:rPr lang="en-US" altLang="ko-KR" sz="2400" b="1" dirty="0">
                <a:latin typeface="+mn-ea"/>
              </a:rPr>
              <a:t> x</a:t>
            </a:r>
            <a:r>
              <a:rPr lang="ko-KR" altLang="en-US" sz="2400" b="1" dirty="0">
                <a:latin typeface="+mn-ea"/>
              </a:rPr>
              <a:t>의 </a:t>
            </a:r>
            <a:r>
              <a:rPr lang="en-US" altLang="ko-KR" sz="2400" b="1" dirty="0">
                <a:latin typeface="+mn-ea"/>
              </a:rPr>
              <a:t>1 </a:t>
            </a:r>
            <a:r>
              <a:rPr lang="ko-KR" altLang="en-US" sz="2400" b="1" dirty="0">
                <a:latin typeface="+mn-ea"/>
              </a:rPr>
              <a:t>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4BAE-A83B-5D6F-1BE9-26F79A43523B}"/>
              </a:ext>
            </a:extLst>
          </p:cNvPr>
          <p:cNvSpPr txBox="1"/>
          <p:nvPr/>
        </p:nvSpPr>
        <p:spPr>
          <a:xfrm>
            <a:off x="1234497" y="23851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>
                <a:latin typeface="+mn-ea"/>
              </a:rPr>
              <a:t>HW: x = 0b11000010 -&gt; HW(x) =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8214A-6D8E-A0E7-58DA-D2BFA4DB54C1}"/>
              </a:ext>
            </a:extLst>
          </p:cNvPr>
          <p:cNvSpPr txBox="1"/>
          <p:nvPr/>
        </p:nvSpPr>
        <p:spPr>
          <a:xfrm>
            <a:off x="836705" y="3443772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HD: </a:t>
            </a:r>
            <a:r>
              <a:rPr lang="ko-KR" altLang="en-US" sz="2400" b="1" dirty="0">
                <a:latin typeface="+mn-ea"/>
              </a:rPr>
              <a:t>이진수</a:t>
            </a:r>
            <a:r>
              <a:rPr lang="en-US" altLang="ko-KR" sz="2400" b="1" dirty="0">
                <a:latin typeface="+mn-ea"/>
              </a:rPr>
              <a:t> x, y</a:t>
            </a:r>
            <a:r>
              <a:rPr lang="ko-KR" altLang="en-US" sz="2400" b="1" dirty="0">
                <a:latin typeface="+mn-ea"/>
              </a:rPr>
              <a:t>의 서로 다른 비트의 개수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3AA9F-AB8B-2BF6-BA96-E4356ACA2E23}"/>
              </a:ext>
            </a:extLst>
          </p:cNvPr>
          <p:cNvSpPr txBox="1"/>
          <p:nvPr/>
        </p:nvSpPr>
        <p:spPr>
          <a:xfrm>
            <a:off x="1234496" y="4111083"/>
            <a:ext cx="8704373" cy="96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s-ES" altLang="ko-KR" sz="2000" dirty="0">
                <a:latin typeface="+mn-ea"/>
              </a:rPr>
              <a:t>HD: x = 0b10101100, y = 0b01101011 </a:t>
            </a:r>
          </a:p>
          <a:p>
            <a:pPr>
              <a:lnSpc>
                <a:spcPct val="150000"/>
              </a:lnSpc>
              <a:buClr>
                <a:srgbClr val="808000"/>
              </a:buClr>
              <a:tabLst>
                <a:tab pos="450850" algn="l"/>
              </a:tabLst>
            </a:pPr>
            <a:r>
              <a:rPr lang="es-ES" altLang="ko-KR" sz="2000" dirty="0">
                <a:latin typeface="+mn-ea"/>
              </a:rPr>
              <a:t>    -&gt;  </a:t>
            </a:r>
            <a:r>
              <a:rPr lang="en-US" altLang="ko-KR" sz="2000" dirty="0">
                <a:latin typeface="+mn-ea"/>
              </a:rPr>
              <a:t>HD(x) = 5</a:t>
            </a:r>
          </a:p>
        </p:txBody>
      </p:sp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170</Words>
  <Application>Microsoft Office PowerPoint</Application>
  <PresentationFormat>사용자 지정</PresentationFormat>
  <Paragraphs>20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Eras Medium ITC</vt:lpstr>
      <vt:lpstr>DX경필고딕B</vt:lpstr>
      <vt:lpstr>맑은 고딕</vt:lpstr>
      <vt:lpstr>Wingdings</vt:lpstr>
      <vt:lpstr>Arial</vt:lpstr>
      <vt:lpstr>Office 테마</vt:lpstr>
      <vt:lpstr>SPA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2026-02-27T09:04:56Z</dcterms:modified>
</cp:coreProperties>
</file>